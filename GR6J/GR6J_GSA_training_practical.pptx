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8" r:id="rId2"/>
  </p:sldMasterIdLst>
  <p:notesMasterIdLst>
    <p:notesMasterId r:id="rId19"/>
  </p:notesMasterIdLst>
  <p:handoutMasterIdLst>
    <p:handoutMasterId r:id="rId20"/>
  </p:handoutMasterIdLst>
  <p:sldIdLst>
    <p:sldId id="1211" r:id="rId3"/>
    <p:sldId id="1028" r:id="rId4"/>
    <p:sldId id="1209" r:id="rId5"/>
    <p:sldId id="1191" r:id="rId6"/>
    <p:sldId id="1204" r:id="rId7"/>
    <p:sldId id="263" r:id="rId8"/>
    <p:sldId id="1200" r:id="rId9"/>
    <p:sldId id="1201" r:id="rId10"/>
    <p:sldId id="1203" r:id="rId11"/>
    <p:sldId id="1202" r:id="rId12"/>
    <p:sldId id="1206" r:id="rId13"/>
    <p:sldId id="1207" r:id="rId14"/>
    <p:sldId id="1205" r:id="rId15"/>
    <p:sldId id="1208" r:id="rId16"/>
    <p:sldId id="1210" r:id="rId17"/>
    <p:sldId id="121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7EB8"/>
    <a:srgbClr val="FF7F00"/>
    <a:srgbClr val="4DAF4A"/>
    <a:srgbClr val="B4DF8A"/>
    <a:srgbClr val="F4AF90"/>
    <a:srgbClr val="FDC428"/>
    <a:srgbClr val="EF4E3A"/>
    <a:srgbClr val="8DEFEB"/>
    <a:srgbClr val="B4D7D8"/>
    <a:srgbClr val="A75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D1FB50-A6D6-FB41-8263-11AC077AE7EA}" v="93" dt="2025-09-23T12:10:29.4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35"/>
    <p:restoredTop sz="96099"/>
  </p:normalViewPr>
  <p:slideViewPr>
    <p:cSldViewPr snapToGrid="0">
      <p:cViewPr>
        <p:scale>
          <a:sx n="90" d="100"/>
          <a:sy n="90" d="100"/>
        </p:scale>
        <p:origin x="1648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28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a Pianosi" userId="af37e4cd-86d1-4778-a614-df4565e9f9fa" providerId="ADAL" clId="{DE8FE623-C1E0-508C-80FD-1C50163344CD}"/>
    <pc:docChg chg="undo custSel addSld delSld modSld">
      <pc:chgData name="Francesca Pianosi" userId="af37e4cd-86d1-4778-a614-df4565e9f9fa" providerId="ADAL" clId="{DE8FE623-C1E0-508C-80FD-1C50163344CD}" dt="2025-09-23T12:11:25.390" v="3282" actId="20577"/>
      <pc:docMkLst>
        <pc:docMk/>
      </pc:docMkLst>
      <pc:sldChg chg="addSp delSp modSp mod chgLayout">
        <pc:chgData name="Francesca Pianosi" userId="af37e4cd-86d1-4778-a614-df4565e9f9fa" providerId="ADAL" clId="{DE8FE623-C1E0-508C-80FD-1C50163344CD}" dt="2025-09-23T11:52:03.108" v="2886" actId="1076"/>
        <pc:sldMkLst>
          <pc:docMk/>
          <pc:sldMk cId="1937006538" sldId="263"/>
        </pc:sldMkLst>
        <pc:spChg chg="mod ord">
          <ac:chgData name="Francesca Pianosi" userId="af37e4cd-86d1-4778-a614-df4565e9f9fa" providerId="ADAL" clId="{DE8FE623-C1E0-508C-80FD-1C50163344CD}" dt="2025-09-22T21:18:10.990" v="2361" actId="20577"/>
          <ac:spMkLst>
            <pc:docMk/>
            <pc:sldMk cId="1937006538" sldId="263"/>
            <ac:spMk id="2" creationId="{7304EE00-97FE-86FE-6FFF-9BA064944E98}"/>
          </ac:spMkLst>
        </pc:spChg>
        <pc:spChg chg="add mod ord">
          <ac:chgData name="Francesca Pianosi" userId="af37e4cd-86d1-4778-a614-df4565e9f9fa" providerId="ADAL" clId="{DE8FE623-C1E0-508C-80FD-1C50163344CD}" dt="2025-09-22T20:55:33.463" v="888" actId="20577"/>
          <ac:spMkLst>
            <pc:docMk/>
            <pc:sldMk cId="1937006538" sldId="263"/>
            <ac:spMk id="3" creationId="{4552B16A-FC9C-1132-6DD9-CD6E00DDE8F9}"/>
          </ac:spMkLst>
        </pc:spChg>
        <pc:spChg chg="add mod">
          <ac:chgData name="Francesca Pianosi" userId="af37e4cd-86d1-4778-a614-df4565e9f9fa" providerId="ADAL" clId="{DE8FE623-C1E0-508C-80FD-1C50163344CD}" dt="2025-09-23T11:51:44.987" v="2883" actId="1076"/>
          <ac:spMkLst>
            <pc:docMk/>
            <pc:sldMk cId="1937006538" sldId="263"/>
            <ac:spMk id="5" creationId="{AD06DFBC-732B-993C-C0B4-CF7E8EBE82C0}"/>
          </ac:spMkLst>
        </pc:spChg>
        <pc:spChg chg="add del mod">
          <ac:chgData name="Francesca Pianosi" userId="af37e4cd-86d1-4778-a614-df4565e9f9fa" providerId="ADAL" clId="{DE8FE623-C1E0-508C-80FD-1C50163344CD}" dt="2025-09-22T21:04:03.385" v="1282" actId="478"/>
          <ac:spMkLst>
            <pc:docMk/>
            <pc:sldMk cId="1937006538" sldId="263"/>
            <ac:spMk id="6" creationId="{923872C9-66A0-8FA0-60EA-FA7BA08BDE2F}"/>
          </ac:spMkLst>
        </pc:spChg>
        <pc:spChg chg="add mod">
          <ac:chgData name="Francesca Pianosi" userId="af37e4cd-86d1-4778-a614-df4565e9f9fa" providerId="ADAL" clId="{DE8FE623-C1E0-508C-80FD-1C50163344CD}" dt="2025-09-23T11:51:44.987" v="2883" actId="1076"/>
          <ac:spMkLst>
            <pc:docMk/>
            <pc:sldMk cId="1937006538" sldId="263"/>
            <ac:spMk id="7" creationId="{C67981EC-9B4A-33AE-3A97-A03AC0DA7F46}"/>
          </ac:spMkLst>
        </pc:spChg>
        <pc:spChg chg="add del mod">
          <ac:chgData name="Francesca Pianosi" userId="af37e4cd-86d1-4778-a614-df4565e9f9fa" providerId="ADAL" clId="{DE8FE623-C1E0-508C-80FD-1C50163344CD}" dt="2025-09-22T21:04:06.168" v="1283" actId="478"/>
          <ac:spMkLst>
            <pc:docMk/>
            <pc:sldMk cId="1937006538" sldId="263"/>
            <ac:spMk id="8" creationId="{41D5CFA6-E903-713B-5C37-FFA6A01EB36F}"/>
          </ac:spMkLst>
        </pc:spChg>
        <pc:grpChg chg="add mod">
          <ac:chgData name="Francesca Pianosi" userId="af37e4cd-86d1-4778-a614-df4565e9f9fa" providerId="ADAL" clId="{DE8FE623-C1E0-508C-80FD-1C50163344CD}" dt="2025-09-23T11:52:03.108" v="2886" actId="1076"/>
          <ac:grpSpMkLst>
            <pc:docMk/>
            <pc:sldMk cId="1937006538" sldId="263"/>
            <ac:grpSpMk id="11" creationId="{F13C1717-C4F0-0DE0-473A-4FD366CD7E15}"/>
          </ac:grpSpMkLst>
        </pc:grpChg>
        <pc:picChg chg="add del mod">
          <ac:chgData name="Francesca Pianosi" userId="af37e4cd-86d1-4778-a614-df4565e9f9fa" providerId="ADAL" clId="{DE8FE623-C1E0-508C-80FD-1C50163344CD}" dt="2025-09-23T11:48:35.906" v="2868" actId="478"/>
          <ac:picMkLst>
            <pc:docMk/>
            <pc:sldMk cId="1937006538" sldId="263"/>
            <ac:picMk id="4" creationId="{CA7C1283-EB0D-9C05-AE4B-FB37D19903DA}"/>
          </ac:picMkLst>
        </pc:picChg>
        <pc:picChg chg="add del mod">
          <ac:chgData name="Francesca Pianosi" userId="af37e4cd-86d1-4778-a614-df4565e9f9fa" providerId="ADAL" clId="{DE8FE623-C1E0-508C-80FD-1C50163344CD}" dt="2025-09-23T11:51:09.590" v="2876" actId="478"/>
          <ac:picMkLst>
            <pc:docMk/>
            <pc:sldMk cId="1937006538" sldId="263"/>
            <ac:picMk id="8" creationId="{37546F19-9583-E579-6B58-78969899D883}"/>
          </ac:picMkLst>
        </pc:picChg>
        <pc:picChg chg="add mod">
          <ac:chgData name="Francesca Pianosi" userId="af37e4cd-86d1-4778-a614-df4565e9f9fa" providerId="ADAL" clId="{DE8FE623-C1E0-508C-80FD-1C50163344CD}" dt="2025-09-23T11:51:44.987" v="2883" actId="1076"/>
          <ac:picMkLst>
            <pc:docMk/>
            <pc:sldMk cId="1937006538" sldId="263"/>
            <ac:picMk id="10" creationId="{E70350B2-6AF8-93C2-D866-6C3E17A3C3FD}"/>
          </ac:picMkLst>
        </pc:picChg>
      </pc:sldChg>
      <pc:sldChg chg="modSp del mod">
        <pc:chgData name="Francesca Pianosi" userId="af37e4cd-86d1-4778-a614-df4565e9f9fa" providerId="ADAL" clId="{DE8FE623-C1E0-508C-80FD-1C50163344CD}" dt="2025-09-23T11:47:46.200" v="2849" actId="2696"/>
        <pc:sldMkLst>
          <pc:docMk/>
          <pc:sldMk cId="2789903432" sldId="265"/>
        </pc:sldMkLst>
        <pc:spChg chg="mod">
          <ac:chgData name="Francesca Pianosi" userId="af37e4cd-86d1-4778-a614-df4565e9f9fa" providerId="ADAL" clId="{DE8FE623-C1E0-508C-80FD-1C50163344CD}" dt="2025-09-23T08:21:13.643" v="2847"/>
          <ac:spMkLst>
            <pc:docMk/>
            <pc:sldMk cId="2789903432" sldId="265"/>
            <ac:spMk id="4" creationId="{15BF9B2E-2C36-A783-DD2C-24CB0FE642F2}"/>
          </ac:spMkLst>
        </pc:spChg>
      </pc:sldChg>
      <pc:sldChg chg="del">
        <pc:chgData name="Francesca Pianosi" userId="af37e4cd-86d1-4778-a614-df4565e9f9fa" providerId="ADAL" clId="{DE8FE623-C1E0-508C-80FD-1C50163344CD}" dt="2025-09-22T21:20:20.989" v="2411" actId="2696"/>
        <pc:sldMkLst>
          <pc:docMk/>
          <pc:sldMk cId="4256769979" sldId="290"/>
        </pc:sldMkLst>
      </pc:sldChg>
      <pc:sldChg chg="del">
        <pc:chgData name="Francesca Pianosi" userId="af37e4cd-86d1-4778-a614-df4565e9f9fa" providerId="ADAL" clId="{DE8FE623-C1E0-508C-80FD-1C50163344CD}" dt="2025-09-22T21:20:23.932" v="2421" actId="2696"/>
        <pc:sldMkLst>
          <pc:docMk/>
          <pc:sldMk cId="4095431566" sldId="957"/>
        </pc:sldMkLst>
      </pc:sldChg>
      <pc:sldChg chg="del">
        <pc:chgData name="Francesca Pianosi" userId="af37e4cd-86d1-4778-a614-df4565e9f9fa" providerId="ADAL" clId="{DE8FE623-C1E0-508C-80FD-1C50163344CD}" dt="2025-09-22T21:20:28.928" v="2435" actId="2696"/>
        <pc:sldMkLst>
          <pc:docMk/>
          <pc:sldMk cId="4181451725" sldId="985"/>
        </pc:sldMkLst>
      </pc:sldChg>
      <pc:sldChg chg="del">
        <pc:chgData name="Francesca Pianosi" userId="af37e4cd-86d1-4778-a614-df4565e9f9fa" providerId="ADAL" clId="{DE8FE623-C1E0-508C-80FD-1C50163344CD}" dt="2025-09-22T21:20:29.669" v="2436" actId="2696"/>
        <pc:sldMkLst>
          <pc:docMk/>
          <pc:sldMk cId="2077434671" sldId="1003"/>
        </pc:sldMkLst>
      </pc:sldChg>
      <pc:sldChg chg="del">
        <pc:chgData name="Francesca Pianosi" userId="af37e4cd-86d1-4778-a614-df4565e9f9fa" providerId="ADAL" clId="{DE8FE623-C1E0-508C-80FD-1C50163344CD}" dt="2025-09-22T21:20:30.285" v="2437" actId="2696"/>
        <pc:sldMkLst>
          <pc:docMk/>
          <pc:sldMk cId="2487410957" sldId="1006"/>
        </pc:sldMkLst>
      </pc:sldChg>
      <pc:sldChg chg="del">
        <pc:chgData name="Francesca Pianosi" userId="af37e4cd-86d1-4778-a614-df4565e9f9fa" providerId="ADAL" clId="{DE8FE623-C1E0-508C-80FD-1C50163344CD}" dt="2025-09-22T21:20:33.852" v="2444" actId="2696"/>
        <pc:sldMkLst>
          <pc:docMk/>
          <pc:sldMk cId="3741202134" sldId="1007"/>
        </pc:sldMkLst>
      </pc:sldChg>
      <pc:sldChg chg="del">
        <pc:chgData name="Francesca Pianosi" userId="af37e4cd-86d1-4778-a614-df4565e9f9fa" providerId="ADAL" clId="{DE8FE623-C1E0-508C-80FD-1C50163344CD}" dt="2025-09-22T21:20:30.675" v="2438" actId="2696"/>
        <pc:sldMkLst>
          <pc:docMk/>
          <pc:sldMk cId="1526556226" sldId="1013"/>
        </pc:sldMkLst>
      </pc:sldChg>
      <pc:sldChg chg="del">
        <pc:chgData name="Francesca Pianosi" userId="af37e4cd-86d1-4778-a614-df4565e9f9fa" providerId="ADAL" clId="{DE8FE623-C1E0-508C-80FD-1C50163344CD}" dt="2025-09-22T21:20:31.316" v="2439" actId="2696"/>
        <pc:sldMkLst>
          <pc:docMk/>
          <pc:sldMk cId="3531046152" sldId="1015"/>
        </pc:sldMkLst>
      </pc:sldChg>
      <pc:sldChg chg="del">
        <pc:chgData name="Francesca Pianosi" userId="af37e4cd-86d1-4778-a614-df4565e9f9fa" providerId="ADAL" clId="{DE8FE623-C1E0-508C-80FD-1C50163344CD}" dt="2025-09-22T21:20:35.029" v="2446" actId="2696"/>
        <pc:sldMkLst>
          <pc:docMk/>
          <pc:sldMk cId="667500091" sldId="1022"/>
        </pc:sldMkLst>
      </pc:sldChg>
      <pc:sldChg chg="del">
        <pc:chgData name="Francesca Pianosi" userId="af37e4cd-86d1-4778-a614-df4565e9f9fa" providerId="ADAL" clId="{DE8FE623-C1E0-508C-80FD-1C50163344CD}" dt="2025-09-22T21:20:35.559" v="2447" actId="2696"/>
        <pc:sldMkLst>
          <pc:docMk/>
          <pc:sldMk cId="3125475860" sldId="1024"/>
        </pc:sldMkLst>
      </pc:sldChg>
      <pc:sldChg chg="del">
        <pc:chgData name="Francesca Pianosi" userId="af37e4cd-86d1-4778-a614-df4565e9f9fa" providerId="ADAL" clId="{DE8FE623-C1E0-508C-80FD-1C50163344CD}" dt="2025-09-22T21:20:36.064" v="2448" actId="2696"/>
        <pc:sldMkLst>
          <pc:docMk/>
          <pc:sldMk cId="3493638349" sldId="1025"/>
        </pc:sldMkLst>
      </pc:sldChg>
      <pc:sldChg chg="del">
        <pc:chgData name="Francesca Pianosi" userId="af37e4cd-86d1-4778-a614-df4565e9f9fa" providerId="ADAL" clId="{DE8FE623-C1E0-508C-80FD-1C50163344CD}" dt="2025-09-22T21:20:36.603" v="2449" actId="2696"/>
        <pc:sldMkLst>
          <pc:docMk/>
          <pc:sldMk cId="2138018196" sldId="1026"/>
        </pc:sldMkLst>
      </pc:sldChg>
      <pc:sldChg chg="addSp delSp modSp mod modClrScheme chgLayout">
        <pc:chgData name="Francesca Pianosi" userId="af37e4cd-86d1-4778-a614-df4565e9f9fa" providerId="ADAL" clId="{DE8FE623-C1E0-508C-80FD-1C50163344CD}" dt="2025-09-23T12:11:25.390" v="3282" actId="20577"/>
        <pc:sldMkLst>
          <pc:docMk/>
          <pc:sldMk cId="2724994430" sldId="1028"/>
        </pc:sldMkLst>
        <pc:spChg chg="mod ord">
          <ac:chgData name="Francesca Pianosi" userId="af37e4cd-86d1-4778-a614-df4565e9f9fa" providerId="ADAL" clId="{DE8FE623-C1E0-508C-80FD-1C50163344CD}" dt="2025-09-22T20:40:33.046" v="8" actId="20577"/>
          <ac:spMkLst>
            <pc:docMk/>
            <pc:sldMk cId="2724994430" sldId="1028"/>
            <ac:spMk id="2" creationId="{13327FF8-260F-510F-6F37-AB76FB11E62C}"/>
          </ac:spMkLst>
        </pc:spChg>
        <pc:spChg chg="add mod ord">
          <ac:chgData name="Francesca Pianosi" userId="af37e4cd-86d1-4778-a614-df4565e9f9fa" providerId="ADAL" clId="{DE8FE623-C1E0-508C-80FD-1C50163344CD}" dt="2025-09-23T12:11:25.390" v="3282" actId="20577"/>
          <ac:spMkLst>
            <pc:docMk/>
            <pc:sldMk cId="2724994430" sldId="1028"/>
            <ac:spMk id="4" creationId="{5EB71878-381F-47CC-EAF2-158B1BC092FF}"/>
          </ac:spMkLst>
        </pc:spChg>
        <pc:grpChg chg="del">
          <ac:chgData name="Francesca Pianosi" userId="af37e4cd-86d1-4778-a614-df4565e9f9fa" providerId="ADAL" clId="{DE8FE623-C1E0-508C-80FD-1C50163344CD}" dt="2025-09-22T20:40:17.705" v="1" actId="478"/>
          <ac:grpSpMkLst>
            <pc:docMk/>
            <pc:sldMk cId="2724994430" sldId="1028"/>
            <ac:grpSpMk id="3" creationId="{A62687FF-C159-4A4E-FCB1-7B007177C20C}"/>
          </ac:grpSpMkLst>
        </pc:grpChg>
        <pc:grpChg chg="del">
          <ac:chgData name="Francesca Pianosi" userId="af37e4cd-86d1-4778-a614-df4565e9f9fa" providerId="ADAL" clId="{DE8FE623-C1E0-508C-80FD-1C50163344CD}" dt="2025-09-22T20:40:19.541" v="3" actId="478"/>
          <ac:grpSpMkLst>
            <pc:docMk/>
            <pc:sldMk cId="2724994430" sldId="1028"/>
            <ac:grpSpMk id="9" creationId="{58186DE5-AF55-727F-72C5-46D1B9F2DAC5}"/>
          </ac:grpSpMkLst>
        </pc:grpChg>
        <pc:picChg chg="del">
          <ac:chgData name="Francesca Pianosi" userId="af37e4cd-86d1-4778-a614-df4565e9f9fa" providerId="ADAL" clId="{DE8FE623-C1E0-508C-80FD-1C50163344CD}" dt="2025-09-22T20:40:16.202" v="0" actId="478"/>
          <ac:picMkLst>
            <pc:docMk/>
            <pc:sldMk cId="2724994430" sldId="1028"/>
            <ac:picMk id="5" creationId="{4E3C756B-7FD5-1C81-A9EC-B1A69D9E7EAC}"/>
          </ac:picMkLst>
        </pc:picChg>
        <pc:picChg chg="del">
          <ac:chgData name="Francesca Pianosi" userId="af37e4cd-86d1-4778-a614-df4565e9f9fa" providerId="ADAL" clId="{DE8FE623-C1E0-508C-80FD-1C50163344CD}" dt="2025-09-22T20:40:18.573" v="2" actId="478"/>
          <ac:picMkLst>
            <pc:docMk/>
            <pc:sldMk cId="2724994430" sldId="1028"/>
            <ac:picMk id="16" creationId="{518B214A-2D59-4940-5939-B1BA2A97EB7F}"/>
          </ac:picMkLst>
        </pc:picChg>
      </pc:sldChg>
      <pc:sldChg chg="del">
        <pc:chgData name="Francesca Pianosi" userId="af37e4cd-86d1-4778-a614-df4565e9f9fa" providerId="ADAL" clId="{DE8FE623-C1E0-508C-80FD-1C50163344CD}" dt="2025-09-22T21:20:28.461" v="2434" actId="2696"/>
        <pc:sldMkLst>
          <pc:docMk/>
          <pc:sldMk cId="1629175251" sldId="1047"/>
        </pc:sldMkLst>
      </pc:sldChg>
      <pc:sldChg chg="del">
        <pc:chgData name="Francesca Pianosi" userId="af37e4cd-86d1-4778-a614-df4565e9f9fa" providerId="ADAL" clId="{DE8FE623-C1E0-508C-80FD-1C50163344CD}" dt="2025-09-22T21:20:37.103" v="2450" actId="2696"/>
        <pc:sldMkLst>
          <pc:docMk/>
          <pc:sldMk cId="3970410936" sldId="1062"/>
        </pc:sldMkLst>
      </pc:sldChg>
      <pc:sldChg chg="del">
        <pc:chgData name="Francesca Pianosi" userId="af37e4cd-86d1-4778-a614-df4565e9f9fa" providerId="ADAL" clId="{DE8FE623-C1E0-508C-80FD-1C50163344CD}" dt="2025-09-22T21:20:31.775" v="2440" actId="2696"/>
        <pc:sldMkLst>
          <pc:docMk/>
          <pc:sldMk cId="1779053764" sldId="1063"/>
        </pc:sldMkLst>
      </pc:sldChg>
      <pc:sldChg chg="del">
        <pc:chgData name="Francesca Pianosi" userId="af37e4cd-86d1-4778-a614-df4565e9f9fa" providerId="ADAL" clId="{DE8FE623-C1E0-508C-80FD-1C50163344CD}" dt="2025-09-22T21:20:32.201" v="2441" actId="2696"/>
        <pc:sldMkLst>
          <pc:docMk/>
          <pc:sldMk cId="76317178" sldId="1064"/>
        </pc:sldMkLst>
      </pc:sldChg>
      <pc:sldChg chg="del">
        <pc:chgData name="Francesca Pianosi" userId="af37e4cd-86d1-4778-a614-df4565e9f9fa" providerId="ADAL" clId="{DE8FE623-C1E0-508C-80FD-1C50163344CD}" dt="2025-09-22T21:20:32.576" v="2442" actId="2696"/>
        <pc:sldMkLst>
          <pc:docMk/>
          <pc:sldMk cId="1769989683" sldId="1065"/>
        </pc:sldMkLst>
      </pc:sldChg>
      <pc:sldChg chg="del">
        <pc:chgData name="Francesca Pianosi" userId="af37e4cd-86d1-4778-a614-df4565e9f9fa" providerId="ADAL" clId="{DE8FE623-C1E0-508C-80FD-1C50163344CD}" dt="2025-09-22T21:20:24.388" v="2422" actId="2696"/>
        <pc:sldMkLst>
          <pc:docMk/>
          <pc:sldMk cId="3836330726" sldId="1126"/>
        </pc:sldMkLst>
      </pc:sldChg>
      <pc:sldChg chg="del">
        <pc:chgData name="Francesca Pianosi" userId="af37e4cd-86d1-4778-a614-df4565e9f9fa" providerId="ADAL" clId="{DE8FE623-C1E0-508C-80FD-1C50163344CD}" dt="2025-09-22T21:20:25.369" v="2425" actId="2696"/>
        <pc:sldMkLst>
          <pc:docMk/>
          <pc:sldMk cId="66611708" sldId="1128"/>
        </pc:sldMkLst>
      </pc:sldChg>
      <pc:sldChg chg="del">
        <pc:chgData name="Francesca Pianosi" userId="af37e4cd-86d1-4778-a614-df4565e9f9fa" providerId="ADAL" clId="{DE8FE623-C1E0-508C-80FD-1C50163344CD}" dt="2025-09-22T21:20:26.903" v="2429" actId="2696"/>
        <pc:sldMkLst>
          <pc:docMk/>
          <pc:sldMk cId="1622082145" sldId="1130"/>
        </pc:sldMkLst>
      </pc:sldChg>
      <pc:sldChg chg="del">
        <pc:chgData name="Francesca Pianosi" userId="af37e4cd-86d1-4778-a614-df4565e9f9fa" providerId="ADAL" clId="{DE8FE623-C1E0-508C-80FD-1C50163344CD}" dt="2025-09-22T21:20:24.669" v="2423" actId="2696"/>
        <pc:sldMkLst>
          <pc:docMk/>
          <pc:sldMk cId="318889295" sldId="1142"/>
        </pc:sldMkLst>
      </pc:sldChg>
      <pc:sldChg chg="del">
        <pc:chgData name="Francesca Pianosi" userId="af37e4cd-86d1-4778-a614-df4565e9f9fa" providerId="ADAL" clId="{DE8FE623-C1E0-508C-80FD-1C50163344CD}" dt="2025-09-22T21:20:25.032" v="2424" actId="2696"/>
        <pc:sldMkLst>
          <pc:docMk/>
          <pc:sldMk cId="2644899349" sldId="1143"/>
        </pc:sldMkLst>
      </pc:sldChg>
      <pc:sldChg chg="del">
        <pc:chgData name="Francesca Pianosi" userId="af37e4cd-86d1-4778-a614-df4565e9f9fa" providerId="ADAL" clId="{DE8FE623-C1E0-508C-80FD-1C50163344CD}" dt="2025-09-22T21:20:26.448" v="2428" actId="2696"/>
        <pc:sldMkLst>
          <pc:docMk/>
          <pc:sldMk cId="3316353011" sldId="1144"/>
        </pc:sldMkLst>
      </pc:sldChg>
      <pc:sldChg chg="del">
        <pc:chgData name="Francesca Pianosi" userId="af37e4cd-86d1-4778-a614-df4565e9f9fa" providerId="ADAL" clId="{DE8FE623-C1E0-508C-80FD-1C50163344CD}" dt="2025-09-22T21:20:25.728" v="2426" actId="2696"/>
        <pc:sldMkLst>
          <pc:docMk/>
          <pc:sldMk cId="3628823294" sldId="1145"/>
        </pc:sldMkLst>
      </pc:sldChg>
      <pc:sldChg chg="del">
        <pc:chgData name="Francesca Pianosi" userId="af37e4cd-86d1-4778-a614-df4565e9f9fa" providerId="ADAL" clId="{DE8FE623-C1E0-508C-80FD-1C50163344CD}" dt="2025-09-22T21:20:27.237" v="2430" actId="2696"/>
        <pc:sldMkLst>
          <pc:docMk/>
          <pc:sldMk cId="2748710580" sldId="1146"/>
        </pc:sldMkLst>
      </pc:sldChg>
      <pc:sldChg chg="del">
        <pc:chgData name="Francesca Pianosi" userId="af37e4cd-86d1-4778-a614-df4565e9f9fa" providerId="ADAL" clId="{DE8FE623-C1E0-508C-80FD-1C50163344CD}" dt="2025-09-22T21:20:27.619" v="2431" actId="2696"/>
        <pc:sldMkLst>
          <pc:docMk/>
          <pc:sldMk cId="3176188727" sldId="1147"/>
        </pc:sldMkLst>
      </pc:sldChg>
      <pc:sldChg chg="del">
        <pc:chgData name="Francesca Pianosi" userId="af37e4cd-86d1-4778-a614-df4565e9f9fa" providerId="ADAL" clId="{DE8FE623-C1E0-508C-80FD-1C50163344CD}" dt="2025-09-22T21:20:26.049" v="2427" actId="2696"/>
        <pc:sldMkLst>
          <pc:docMk/>
          <pc:sldMk cId="1078928501" sldId="1150"/>
        </pc:sldMkLst>
      </pc:sldChg>
      <pc:sldChg chg="del">
        <pc:chgData name="Francesca Pianosi" userId="af37e4cd-86d1-4778-a614-df4565e9f9fa" providerId="ADAL" clId="{DE8FE623-C1E0-508C-80FD-1C50163344CD}" dt="2025-09-22T21:20:33.305" v="2443" actId="2696"/>
        <pc:sldMkLst>
          <pc:docMk/>
          <pc:sldMk cId="2403767883" sldId="1152"/>
        </pc:sldMkLst>
      </pc:sldChg>
      <pc:sldChg chg="del">
        <pc:chgData name="Francesca Pianosi" userId="af37e4cd-86d1-4778-a614-df4565e9f9fa" providerId="ADAL" clId="{DE8FE623-C1E0-508C-80FD-1C50163344CD}" dt="2025-09-22T21:20:34.417" v="2445" actId="2696"/>
        <pc:sldMkLst>
          <pc:docMk/>
          <pc:sldMk cId="1780559452" sldId="1153"/>
        </pc:sldMkLst>
      </pc:sldChg>
      <pc:sldChg chg="del">
        <pc:chgData name="Francesca Pianosi" userId="af37e4cd-86d1-4778-a614-df4565e9f9fa" providerId="ADAL" clId="{DE8FE623-C1E0-508C-80FD-1C50163344CD}" dt="2025-09-22T21:20:23.714" v="2420" actId="2696"/>
        <pc:sldMkLst>
          <pc:docMk/>
          <pc:sldMk cId="243762853" sldId="1168"/>
        </pc:sldMkLst>
      </pc:sldChg>
      <pc:sldChg chg="del">
        <pc:chgData name="Francesca Pianosi" userId="af37e4cd-86d1-4778-a614-df4565e9f9fa" providerId="ADAL" clId="{DE8FE623-C1E0-508C-80FD-1C50163344CD}" dt="2025-09-22T21:20:28.105" v="2432" actId="2696"/>
        <pc:sldMkLst>
          <pc:docMk/>
          <pc:sldMk cId="2674725432" sldId="1173"/>
        </pc:sldMkLst>
      </pc:sldChg>
      <pc:sldChg chg="del">
        <pc:chgData name="Francesca Pianosi" userId="af37e4cd-86d1-4778-a614-df4565e9f9fa" providerId="ADAL" clId="{DE8FE623-C1E0-508C-80FD-1C50163344CD}" dt="2025-09-22T21:20:22.985" v="2417" actId="2696"/>
        <pc:sldMkLst>
          <pc:docMk/>
          <pc:sldMk cId="3210825775" sldId="1175"/>
        </pc:sldMkLst>
      </pc:sldChg>
      <pc:sldChg chg="del">
        <pc:chgData name="Francesca Pianosi" userId="af37e4cd-86d1-4778-a614-df4565e9f9fa" providerId="ADAL" clId="{DE8FE623-C1E0-508C-80FD-1C50163344CD}" dt="2025-09-22T21:20:22.616" v="2416" actId="2696"/>
        <pc:sldMkLst>
          <pc:docMk/>
          <pc:sldMk cId="224963831" sldId="1176"/>
        </pc:sldMkLst>
      </pc:sldChg>
      <pc:sldChg chg="del">
        <pc:chgData name="Francesca Pianosi" userId="af37e4cd-86d1-4778-a614-df4565e9f9fa" providerId="ADAL" clId="{DE8FE623-C1E0-508C-80FD-1C50163344CD}" dt="2025-09-22T21:20:20.050" v="2406" actId="2696"/>
        <pc:sldMkLst>
          <pc:docMk/>
          <pc:sldMk cId="444688179" sldId="1184"/>
        </pc:sldMkLst>
      </pc:sldChg>
      <pc:sldChg chg="del">
        <pc:chgData name="Francesca Pianosi" userId="af37e4cd-86d1-4778-a614-df4565e9f9fa" providerId="ADAL" clId="{DE8FE623-C1E0-508C-80FD-1C50163344CD}" dt="2025-09-22T21:20:19.705" v="2405" actId="2696"/>
        <pc:sldMkLst>
          <pc:docMk/>
          <pc:sldMk cId="229996123" sldId="1185"/>
        </pc:sldMkLst>
      </pc:sldChg>
      <pc:sldChg chg="del">
        <pc:chgData name="Francesca Pianosi" userId="af37e4cd-86d1-4778-a614-df4565e9f9fa" providerId="ADAL" clId="{DE8FE623-C1E0-508C-80FD-1C50163344CD}" dt="2025-09-22T21:20:20.435" v="2408" actId="2696"/>
        <pc:sldMkLst>
          <pc:docMk/>
          <pc:sldMk cId="4246424845" sldId="1186"/>
        </pc:sldMkLst>
      </pc:sldChg>
      <pc:sldChg chg="del">
        <pc:chgData name="Francesca Pianosi" userId="af37e4cd-86d1-4778-a614-df4565e9f9fa" providerId="ADAL" clId="{DE8FE623-C1E0-508C-80FD-1C50163344CD}" dt="2025-09-22T21:20:21.343" v="2412" actId="2696"/>
        <pc:sldMkLst>
          <pc:docMk/>
          <pc:sldMk cId="568015433" sldId="1187"/>
        </pc:sldMkLst>
      </pc:sldChg>
      <pc:sldChg chg="del">
        <pc:chgData name="Francesca Pianosi" userId="af37e4cd-86d1-4778-a614-df4565e9f9fa" providerId="ADAL" clId="{DE8FE623-C1E0-508C-80FD-1C50163344CD}" dt="2025-09-22T21:20:21.658" v="2413" actId="2696"/>
        <pc:sldMkLst>
          <pc:docMk/>
          <pc:sldMk cId="3483108153" sldId="1188"/>
        </pc:sldMkLst>
      </pc:sldChg>
      <pc:sldChg chg="del">
        <pc:chgData name="Francesca Pianosi" userId="af37e4cd-86d1-4778-a614-df4565e9f9fa" providerId="ADAL" clId="{DE8FE623-C1E0-508C-80FD-1C50163344CD}" dt="2025-09-22T21:20:22.301" v="2415" actId="2696"/>
        <pc:sldMkLst>
          <pc:docMk/>
          <pc:sldMk cId="4185460790" sldId="1189"/>
        </pc:sldMkLst>
      </pc:sldChg>
      <pc:sldChg chg="del">
        <pc:chgData name="Francesca Pianosi" userId="af37e4cd-86d1-4778-a614-df4565e9f9fa" providerId="ADAL" clId="{DE8FE623-C1E0-508C-80FD-1C50163344CD}" dt="2025-09-22T21:20:20.245" v="2407" actId="2696"/>
        <pc:sldMkLst>
          <pc:docMk/>
          <pc:sldMk cId="1646239885" sldId="1190"/>
        </pc:sldMkLst>
      </pc:sldChg>
      <pc:sldChg chg="addSp delSp modSp mod modClrScheme chgLayout">
        <pc:chgData name="Francesca Pianosi" userId="af37e4cd-86d1-4778-a614-df4565e9f9fa" providerId="ADAL" clId="{DE8FE623-C1E0-508C-80FD-1C50163344CD}" dt="2025-09-22T21:18:08.134" v="2358" actId="20577"/>
        <pc:sldMkLst>
          <pc:docMk/>
          <pc:sldMk cId="2868139612" sldId="1191"/>
        </pc:sldMkLst>
        <pc:spChg chg="mod ord">
          <ac:chgData name="Francesca Pianosi" userId="af37e4cd-86d1-4778-a614-df4565e9f9fa" providerId="ADAL" clId="{DE8FE623-C1E0-508C-80FD-1C50163344CD}" dt="2025-09-22T21:18:08.134" v="2358" actId="20577"/>
          <ac:spMkLst>
            <pc:docMk/>
            <pc:sldMk cId="2868139612" sldId="1191"/>
            <ac:spMk id="2" creationId="{CA8BAB86-6947-EC84-CA82-A2743ECBC5E2}"/>
          </ac:spMkLst>
        </pc:spChg>
        <pc:spChg chg="add mod ord">
          <ac:chgData name="Francesca Pianosi" userId="af37e4cd-86d1-4778-a614-df4565e9f9fa" providerId="ADAL" clId="{DE8FE623-C1E0-508C-80FD-1C50163344CD}" dt="2025-09-22T20:49:23.985" v="484" actId="20577"/>
          <ac:spMkLst>
            <pc:docMk/>
            <pc:sldMk cId="2868139612" sldId="1191"/>
            <ac:spMk id="7" creationId="{191D1B00-1717-50BA-52A6-2ED4E9270540}"/>
          </ac:spMkLst>
        </pc:spChg>
        <pc:spChg chg="add mod">
          <ac:chgData name="Francesca Pianosi" userId="af37e4cd-86d1-4778-a614-df4565e9f9fa" providerId="ADAL" clId="{DE8FE623-C1E0-508C-80FD-1C50163344CD}" dt="2025-09-22T21:02:12.631" v="1253" actId="14100"/>
          <ac:spMkLst>
            <pc:docMk/>
            <pc:sldMk cId="2868139612" sldId="1191"/>
            <ac:spMk id="8" creationId="{7BF98826-81DA-A8FB-5930-1C0182490365}"/>
          </ac:spMkLst>
        </pc:spChg>
        <pc:spChg chg="add mod">
          <ac:chgData name="Francesca Pianosi" userId="af37e4cd-86d1-4778-a614-df4565e9f9fa" providerId="ADAL" clId="{DE8FE623-C1E0-508C-80FD-1C50163344CD}" dt="2025-09-22T21:02:07.333" v="1252" actId="1038"/>
          <ac:spMkLst>
            <pc:docMk/>
            <pc:sldMk cId="2868139612" sldId="1191"/>
            <ac:spMk id="15" creationId="{F316BBE5-D7D8-B46C-9856-972FEAABEA01}"/>
          </ac:spMkLst>
        </pc:spChg>
        <pc:spChg chg="del">
          <ac:chgData name="Francesca Pianosi" userId="af37e4cd-86d1-4778-a614-df4565e9f9fa" providerId="ADAL" clId="{DE8FE623-C1E0-508C-80FD-1C50163344CD}" dt="2025-09-22T20:44:39.301" v="320" actId="478"/>
          <ac:spMkLst>
            <pc:docMk/>
            <pc:sldMk cId="2868139612" sldId="1191"/>
            <ac:spMk id="17" creationId="{80A27342-563E-FAB7-F2AF-B5CD6163C89A}"/>
          </ac:spMkLst>
        </pc:spChg>
        <pc:spChg chg="add mod">
          <ac:chgData name="Francesca Pianosi" userId="af37e4cd-86d1-4778-a614-df4565e9f9fa" providerId="ADAL" clId="{DE8FE623-C1E0-508C-80FD-1C50163344CD}" dt="2025-09-22T21:02:23.611" v="1257" actId="14100"/>
          <ac:spMkLst>
            <pc:docMk/>
            <pc:sldMk cId="2868139612" sldId="1191"/>
            <ac:spMk id="18" creationId="{36EA6F0B-16E8-9D87-CFAE-835F3EF6D06B}"/>
          </ac:spMkLst>
        </pc:spChg>
        <pc:spChg chg="add mod">
          <ac:chgData name="Francesca Pianosi" userId="af37e4cd-86d1-4778-a614-df4565e9f9fa" providerId="ADAL" clId="{DE8FE623-C1E0-508C-80FD-1C50163344CD}" dt="2025-09-22T21:02:30.359" v="1258" actId="1076"/>
          <ac:spMkLst>
            <pc:docMk/>
            <pc:sldMk cId="2868139612" sldId="1191"/>
            <ac:spMk id="19" creationId="{005738C3-DE40-9D8E-DBA6-B56574D4C755}"/>
          </ac:spMkLst>
        </pc:spChg>
        <pc:grpChg chg="del">
          <ac:chgData name="Francesca Pianosi" userId="af37e4cd-86d1-4778-a614-df4565e9f9fa" providerId="ADAL" clId="{DE8FE623-C1E0-508C-80FD-1C50163344CD}" dt="2025-09-22T20:44:35.882" v="317" actId="478"/>
          <ac:grpSpMkLst>
            <pc:docMk/>
            <pc:sldMk cId="2868139612" sldId="1191"/>
            <ac:grpSpMk id="3" creationId="{A8658BD1-D1C2-BEB0-6D43-8AF1AA9461DE}"/>
          </ac:grpSpMkLst>
        </pc:grpChg>
        <pc:grpChg chg="del">
          <ac:chgData name="Francesca Pianosi" userId="af37e4cd-86d1-4778-a614-df4565e9f9fa" providerId="ADAL" clId="{DE8FE623-C1E0-508C-80FD-1C50163344CD}" dt="2025-09-22T20:44:36.847" v="318" actId="478"/>
          <ac:grpSpMkLst>
            <pc:docMk/>
            <pc:sldMk cId="2868139612" sldId="1191"/>
            <ac:grpSpMk id="9" creationId="{42F7EF0E-CA22-87DB-F92B-9F493AE43A66}"/>
          </ac:grpSpMkLst>
        </pc:grpChg>
        <pc:picChg chg="del">
          <ac:chgData name="Francesca Pianosi" userId="af37e4cd-86d1-4778-a614-df4565e9f9fa" providerId="ADAL" clId="{DE8FE623-C1E0-508C-80FD-1C50163344CD}" dt="2025-09-22T20:44:34.509" v="316" actId="478"/>
          <ac:picMkLst>
            <pc:docMk/>
            <pc:sldMk cId="2868139612" sldId="1191"/>
            <ac:picMk id="5" creationId="{5686488F-83A1-FE53-06F0-184C8D2967BE}"/>
          </ac:picMkLst>
        </pc:picChg>
        <pc:picChg chg="add mod">
          <ac:chgData name="Francesca Pianosi" userId="af37e4cd-86d1-4778-a614-df4565e9f9fa" providerId="ADAL" clId="{DE8FE623-C1E0-508C-80FD-1C50163344CD}" dt="2025-09-22T20:55:22.893" v="858" actId="1038"/>
          <ac:picMkLst>
            <pc:docMk/>
            <pc:sldMk cId="2868139612" sldId="1191"/>
            <ac:picMk id="6" creationId="{761871EA-4073-A1C4-2B04-16D037285C12}"/>
          </ac:picMkLst>
        </pc:picChg>
        <pc:picChg chg="del">
          <ac:chgData name="Francesca Pianosi" userId="af37e4cd-86d1-4778-a614-df4565e9f9fa" providerId="ADAL" clId="{DE8FE623-C1E0-508C-80FD-1C50163344CD}" dt="2025-09-22T20:44:37.912" v="319" actId="478"/>
          <ac:picMkLst>
            <pc:docMk/>
            <pc:sldMk cId="2868139612" sldId="1191"/>
            <ac:picMk id="16" creationId="{3DEACC26-F76F-7209-DB09-DD1C6E5C7491}"/>
          </ac:picMkLst>
        </pc:picChg>
      </pc:sldChg>
      <pc:sldChg chg="del">
        <pc:chgData name="Francesca Pianosi" userId="af37e4cd-86d1-4778-a614-df4565e9f9fa" providerId="ADAL" clId="{DE8FE623-C1E0-508C-80FD-1C50163344CD}" dt="2025-09-22T21:20:20.814" v="2410" actId="2696"/>
        <pc:sldMkLst>
          <pc:docMk/>
          <pc:sldMk cId="3636387326" sldId="1192"/>
        </pc:sldMkLst>
      </pc:sldChg>
      <pc:sldChg chg="del">
        <pc:chgData name="Francesca Pianosi" userId="af37e4cd-86d1-4778-a614-df4565e9f9fa" providerId="ADAL" clId="{DE8FE623-C1E0-508C-80FD-1C50163344CD}" dt="2025-09-22T21:20:22.001" v="2414" actId="2696"/>
        <pc:sldMkLst>
          <pc:docMk/>
          <pc:sldMk cId="2257016378" sldId="1193"/>
        </pc:sldMkLst>
      </pc:sldChg>
      <pc:sldChg chg="del">
        <pc:chgData name="Francesca Pianosi" userId="af37e4cd-86d1-4778-a614-df4565e9f9fa" providerId="ADAL" clId="{DE8FE623-C1E0-508C-80FD-1C50163344CD}" dt="2025-09-22T21:20:20.595" v="2409" actId="2696"/>
        <pc:sldMkLst>
          <pc:docMk/>
          <pc:sldMk cId="1874336178" sldId="1194"/>
        </pc:sldMkLst>
      </pc:sldChg>
      <pc:sldChg chg="del">
        <pc:chgData name="Francesca Pianosi" userId="af37e4cd-86d1-4778-a614-df4565e9f9fa" providerId="ADAL" clId="{DE8FE623-C1E0-508C-80FD-1C50163344CD}" dt="2025-09-22T21:20:28.271" v="2433" actId="2696"/>
        <pc:sldMkLst>
          <pc:docMk/>
          <pc:sldMk cId="3740413903" sldId="1195"/>
        </pc:sldMkLst>
      </pc:sldChg>
      <pc:sldChg chg="del">
        <pc:chgData name="Francesca Pianosi" userId="af37e4cd-86d1-4778-a614-df4565e9f9fa" providerId="ADAL" clId="{DE8FE623-C1E0-508C-80FD-1C50163344CD}" dt="2025-09-22T21:20:23.334" v="2418" actId="2696"/>
        <pc:sldMkLst>
          <pc:docMk/>
          <pc:sldMk cId="2054052113" sldId="1196"/>
        </pc:sldMkLst>
      </pc:sldChg>
      <pc:sldChg chg="del">
        <pc:chgData name="Francesca Pianosi" userId="af37e4cd-86d1-4778-a614-df4565e9f9fa" providerId="ADAL" clId="{DE8FE623-C1E0-508C-80FD-1C50163344CD}" dt="2025-09-22T21:20:23.561" v="2419" actId="2696"/>
        <pc:sldMkLst>
          <pc:docMk/>
          <pc:sldMk cId="3392246241" sldId="1199"/>
        </pc:sldMkLst>
      </pc:sldChg>
      <pc:sldChg chg="addSp modSp new mod">
        <pc:chgData name="Francesca Pianosi" userId="af37e4cd-86d1-4778-a614-df4565e9f9fa" providerId="ADAL" clId="{DE8FE623-C1E0-508C-80FD-1C50163344CD}" dt="2025-09-22T21:18:13.762" v="2364" actId="20577"/>
        <pc:sldMkLst>
          <pc:docMk/>
          <pc:sldMk cId="1984898240" sldId="1200"/>
        </pc:sldMkLst>
        <pc:spChg chg="mod">
          <ac:chgData name="Francesca Pianosi" userId="af37e4cd-86d1-4778-a614-df4565e9f9fa" providerId="ADAL" clId="{DE8FE623-C1E0-508C-80FD-1C50163344CD}" dt="2025-09-22T21:18:13.762" v="2364" actId="20577"/>
          <ac:spMkLst>
            <pc:docMk/>
            <pc:sldMk cId="1984898240" sldId="1200"/>
            <ac:spMk id="2" creationId="{266B31BA-271F-7196-0D6B-F844F605E64E}"/>
          </ac:spMkLst>
        </pc:spChg>
        <pc:spChg chg="mod">
          <ac:chgData name="Francesca Pianosi" userId="af37e4cd-86d1-4778-a614-df4565e9f9fa" providerId="ADAL" clId="{DE8FE623-C1E0-508C-80FD-1C50163344CD}" dt="2025-09-22T20:57:22.636" v="1034" actId="20577"/>
          <ac:spMkLst>
            <pc:docMk/>
            <pc:sldMk cId="1984898240" sldId="1200"/>
            <ac:spMk id="3" creationId="{F0F9F70B-C172-1519-353E-D5D360670E09}"/>
          </ac:spMkLst>
        </pc:spChg>
        <pc:spChg chg="add mod">
          <ac:chgData name="Francesca Pianosi" userId="af37e4cd-86d1-4778-a614-df4565e9f9fa" providerId="ADAL" clId="{DE8FE623-C1E0-508C-80FD-1C50163344CD}" dt="2025-09-22T21:04:31.631" v="1289" actId="14100"/>
          <ac:spMkLst>
            <pc:docMk/>
            <pc:sldMk cId="1984898240" sldId="1200"/>
            <ac:spMk id="5" creationId="{415D2787-DD70-20BB-0EC1-E4A7CC8A338B}"/>
          </ac:spMkLst>
        </pc:spChg>
        <pc:spChg chg="add mod">
          <ac:chgData name="Francesca Pianosi" userId="af37e4cd-86d1-4778-a614-df4565e9f9fa" providerId="ADAL" clId="{DE8FE623-C1E0-508C-80FD-1C50163344CD}" dt="2025-09-22T21:04:39.544" v="1291" actId="14100"/>
          <ac:spMkLst>
            <pc:docMk/>
            <pc:sldMk cId="1984898240" sldId="1200"/>
            <ac:spMk id="6" creationId="{3042B6F4-CDEB-0C85-DF35-EC50027E02C8}"/>
          </ac:spMkLst>
        </pc:spChg>
        <pc:picChg chg="add mod modCrop">
          <ac:chgData name="Francesca Pianosi" userId="af37e4cd-86d1-4778-a614-df4565e9f9fa" providerId="ADAL" clId="{DE8FE623-C1E0-508C-80FD-1C50163344CD}" dt="2025-09-22T20:57:47.431" v="1035" actId="732"/>
          <ac:picMkLst>
            <pc:docMk/>
            <pc:sldMk cId="1984898240" sldId="1200"/>
            <ac:picMk id="4" creationId="{CB67207E-2623-5408-00AD-608B84F0E8AD}"/>
          </ac:picMkLst>
        </pc:picChg>
      </pc:sldChg>
      <pc:sldChg chg="addSp delSp modSp new mod">
        <pc:chgData name="Francesca Pianosi" userId="af37e4cd-86d1-4778-a614-df4565e9f9fa" providerId="ADAL" clId="{DE8FE623-C1E0-508C-80FD-1C50163344CD}" dt="2025-09-23T12:05:11.979" v="2943" actId="1035"/>
        <pc:sldMkLst>
          <pc:docMk/>
          <pc:sldMk cId="3639646277" sldId="1201"/>
        </pc:sldMkLst>
        <pc:spChg chg="mod">
          <ac:chgData name="Francesca Pianosi" userId="af37e4cd-86d1-4778-a614-df4565e9f9fa" providerId="ADAL" clId="{DE8FE623-C1E0-508C-80FD-1C50163344CD}" dt="2025-09-22T21:18:17.330" v="2367" actId="20577"/>
          <ac:spMkLst>
            <pc:docMk/>
            <pc:sldMk cId="3639646277" sldId="1201"/>
            <ac:spMk id="2" creationId="{1063725E-5FB9-7AC4-7FC5-25EA8CBB045D}"/>
          </ac:spMkLst>
        </pc:spChg>
        <pc:spChg chg="del">
          <ac:chgData name="Francesca Pianosi" userId="af37e4cd-86d1-4778-a614-df4565e9f9fa" providerId="ADAL" clId="{DE8FE623-C1E0-508C-80FD-1C50163344CD}" dt="2025-09-22T21:00:02.768" v="1082" actId="478"/>
          <ac:spMkLst>
            <pc:docMk/>
            <pc:sldMk cId="3639646277" sldId="1201"/>
            <ac:spMk id="3" creationId="{D29B89E2-260F-97E2-2514-FBB39B479AAC}"/>
          </ac:spMkLst>
        </pc:spChg>
        <pc:spChg chg="add del">
          <ac:chgData name="Francesca Pianosi" userId="af37e4cd-86d1-4778-a614-df4565e9f9fa" providerId="ADAL" clId="{DE8FE623-C1E0-508C-80FD-1C50163344CD}" dt="2025-09-22T20:59:04.878" v="1038" actId="22"/>
          <ac:spMkLst>
            <pc:docMk/>
            <pc:sldMk cId="3639646277" sldId="1201"/>
            <ac:spMk id="5" creationId="{ED01693F-7956-6E51-49B2-415DB99BE410}"/>
          </ac:spMkLst>
        </pc:spChg>
        <pc:spChg chg="add mod topLvl">
          <ac:chgData name="Francesca Pianosi" userId="af37e4cd-86d1-4778-a614-df4565e9f9fa" providerId="ADAL" clId="{DE8FE623-C1E0-508C-80FD-1C50163344CD}" dt="2025-09-23T12:04:58.088" v="2927" actId="1036"/>
          <ac:spMkLst>
            <pc:docMk/>
            <pc:sldMk cId="3639646277" sldId="1201"/>
            <ac:spMk id="7" creationId="{8CD55137-CC5D-1D75-EF8B-12B29564E147}"/>
          </ac:spMkLst>
        </pc:spChg>
        <pc:spChg chg="add mod topLvl">
          <ac:chgData name="Francesca Pianosi" userId="af37e4cd-86d1-4778-a614-df4565e9f9fa" providerId="ADAL" clId="{DE8FE623-C1E0-508C-80FD-1C50163344CD}" dt="2025-09-23T12:05:01.253" v="2934" actId="1035"/>
          <ac:spMkLst>
            <pc:docMk/>
            <pc:sldMk cId="3639646277" sldId="1201"/>
            <ac:spMk id="8" creationId="{3884E134-3877-799A-731F-C70C02D13D97}"/>
          </ac:spMkLst>
        </pc:spChg>
        <pc:spChg chg="add mod topLvl">
          <ac:chgData name="Francesca Pianosi" userId="af37e4cd-86d1-4778-a614-df4565e9f9fa" providerId="ADAL" clId="{DE8FE623-C1E0-508C-80FD-1C50163344CD}" dt="2025-09-23T12:05:06.453" v="2935" actId="1076"/>
          <ac:spMkLst>
            <pc:docMk/>
            <pc:sldMk cId="3639646277" sldId="1201"/>
            <ac:spMk id="9" creationId="{D38A40DD-93DA-F3EA-9D21-F1E6594ED0B5}"/>
          </ac:spMkLst>
        </pc:spChg>
        <pc:spChg chg="add mod topLvl">
          <ac:chgData name="Francesca Pianosi" userId="af37e4cd-86d1-4778-a614-df4565e9f9fa" providerId="ADAL" clId="{DE8FE623-C1E0-508C-80FD-1C50163344CD}" dt="2025-09-23T12:05:11.979" v="2943" actId="1035"/>
          <ac:spMkLst>
            <pc:docMk/>
            <pc:sldMk cId="3639646277" sldId="1201"/>
            <ac:spMk id="10" creationId="{52486D64-8774-22AD-38AB-D066F0E0EFB6}"/>
          </ac:spMkLst>
        </pc:spChg>
        <pc:spChg chg="add mod topLvl">
          <ac:chgData name="Francesca Pianosi" userId="af37e4cd-86d1-4778-a614-df4565e9f9fa" providerId="ADAL" clId="{DE8FE623-C1E0-508C-80FD-1C50163344CD}" dt="2025-09-23T12:04:58.088" v="2927" actId="1036"/>
          <ac:spMkLst>
            <pc:docMk/>
            <pc:sldMk cId="3639646277" sldId="1201"/>
            <ac:spMk id="11" creationId="{4E6E22BD-0CD6-34B1-2EC3-B8DB4C94FC26}"/>
          </ac:spMkLst>
        </pc:spChg>
        <pc:spChg chg="add mod topLvl">
          <ac:chgData name="Francesca Pianosi" userId="af37e4cd-86d1-4778-a614-df4565e9f9fa" providerId="ADAL" clId="{DE8FE623-C1E0-508C-80FD-1C50163344CD}" dt="2025-09-23T12:05:01.253" v="2934" actId="1035"/>
          <ac:spMkLst>
            <pc:docMk/>
            <pc:sldMk cId="3639646277" sldId="1201"/>
            <ac:spMk id="12" creationId="{C435C9F0-C9F7-B98F-B8EA-56A12CD7AEF0}"/>
          </ac:spMkLst>
        </pc:spChg>
        <pc:spChg chg="add mod topLvl">
          <ac:chgData name="Francesca Pianosi" userId="af37e4cd-86d1-4778-a614-df4565e9f9fa" providerId="ADAL" clId="{DE8FE623-C1E0-508C-80FD-1C50163344CD}" dt="2025-09-23T12:04:54.167" v="2921" actId="165"/>
          <ac:spMkLst>
            <pc:docMk/>
            <pc:sldMk cId="3639646277" sldId="1201"/>
            <ac:spMk id="13" creationId="{3CF958B0-968E-C86C-6296-683BE13D4062}"/>
          </ac:spMkLst>
        </pc:spChg>
        <pc:spChg chg="add mod topLvl">
          <ac:chgData name="Francesca Pianosi" userId="af37e4cd-86d1-4778-a614-df4565e9f9fa" providerId="ADAL" clId="{DE8FE623-C1E0-508C-80FD-1C50163344CD}" dt="2025-09-23T12:04:54.167" v="2921" actId="165"/>
          <ac:spMkLst>
            <pc:docMk/>
            <pc:sldMk cId="3639646277" sldId="1201"/>
            <ac:spMk id="14" creationId="{778AA8FE-8CEA-E192-1FF5-10CE2B3DE552}"/>
          </ac:spMkLst>
        </pc:spChg>
        <pc:spChg chg="add mod topLvl">
          <ac:chgData name="Francesca Pianosi" userId="af37e4cd-86d1-4778-a614-df4565e9f9fa" providerId="ADAL" clId="{DE8FE623-C1E0-508C-80FD-1C50163344CD}" dt="2025-09-23T12:04:54.167" v="2921" actId="165"/>
          <ac:spMkLst>
            <pc:docMk/>
            <pc:sldMk cId="3639646277" sldId="1201"/>
            <ac:spMk id="15" creationId="{73F8266E-7700-581F-FC8D-93E2A1D1B814}"/>
          </ac:spMkLst>
        </pc:spChg>
        <pc:spChg chg="add mod topLvl">
          <ac:chgData name="Francesca Pianosi" userId="af37e4cd-86d1-4778-a614-df4565e9f9fa" providerId="ADAL" clId="{DE8FE623-C1E0-508C-80FD-1C50163344CD}" dt="2025-09-23T12:04:54.167" v="2921" actId="165"/>
          <ac:spMkLst>
            <pc:docMk/>
            <pc:sldMk cId="3639646277" sldId="1201"/>
            <ac:spMk id="16" creationId="{DCC959C2-7C88-176A-D884-E374B4E9EE59}"/>
          </ac:spMkLst>
        </pc:spChg>
        <pc:grpChg chg="add del mod">
          <ac:chgData name="Francesca Pianosi" userId="af37e4cd-86d1-4778-a614-df4565e9f9fa" providerId="ADAL" clId="{DE8FE623-C1E0-508C-80FD-1C50163344CD}" dt="2025-09-23T12:03:53.595" v="2888" actId="478"/>
          <ac:grpSpMkLst>
            <pc:docMk/>
            <pc:sldMk cId="3639646277" sldId="1201"/>
            <ac:grpSpMk id="17" creationId="{B7A239D5-FE21-3181-103A-DE139B3A1745}"/>
          </ac:grpSpMkLst>
        </pc:grpChg>
        <pc:picChg chg="add mod">
          <ac:chgData name="Francesca Pianosi" userId="af37e4cd-86d1-4778-a614-df4565e9f9fa" providerId="ADAL" clId="{DE8FE623-C1E0-508C-80FD-1C50163344CD}" dt="2025-09-23T12:04:43.046" v="2920" actId="1076"/>
          <ac:picMkLst>
            <pc:docMk/>
            <pc:sldMk cId="3639646277" sldId="1201"/>
            <ac:picMk id="3" creationId="{DE7B8BF0-A350-80A3-3992-C4152FC707A1}"/>
          </ac:picMkLst>
        </pc:picChg>
        <pc:picChg chg="del">
          <ac:chgData name="Francesca Pianosi" userId="af37e4cd-86d1-4778-a614-df4565e9f9fa" providerId="ADAL" clId="{DE8FE623-C1E0-508C-80FD-1C50163344CD}" dt="2025-09-23T12:03:54.982" v="2889" actId="478"/>
          <ac:picMkLst>
            <pc:docMk/>
            <pc:sldMk cId="3639646277" sldId="1201"/>
            <ac:picMk id="6" creationId="{CEC75EF7-95CB-F663-1CD8-1CC3500093FA}"/>
          </ac:picMkLst>
        </pc:picChg>
      </pc:sldChg>
      <pc:sldChg chg="addSp delSp modSp new mod modClrScheme chgLayout">
        <pc:chgData name="Francesca Pianosi" userId="af37e4cd-86d1-4778-a614-df4565e9f9fa" providerId="ADAL" clId="{DE8FE623-C1E0-508C-80FD-1C50163344CD}" dt="2025-09-23T12:06:55.507" v="2964" actId="1076"/>
        <pc:sldMkLst>
          <pc:docMk/>
          <pc:sldMk cId="722831738" sldId="1202"/>
        </pc:sldMkLst>
        <pc:spChg chg="mod ord">
          <ac:chgData name="Francesca Pianosi" userId="af37e4cd-86d1-4778-a614-df4565e9f9fa" providerId="ADAL" clId="{DE8FE623-C1E0-508C-80FD-1C50163344CD}" dt="2025-09-22T21:20:58.822" v="2478" actId="20577"/>
          <ac:spMkLst>
            <pc:docMk/>
            <pc:sldMk cId="722831738" sldId="1202"/>
            <ac:spMk id="2" creationId="{7A09CC1B-805B-C294-73AA-23743E9F4980}"/>
          </ac:spMkLst>
        </pc:spChg>
        <pc:spChg chg="del">
          <ac:chgData name="Francesca Pianosi" userId="af37e4cd-86d1-4778-a614-df4565e9f9fa" providerId="ADAL" clId="{DE8FE623-C1E0-508C-80FD-1C50163344CD}" dt="2025-09-22T21:05:35.172" v="1297" actId="700"/>
          <ac:spMkLst>
            <pc:docMk/>
            <pc:sldMk cId="722831738" sldId="1202"/>
            <ac:spMk id="3" creationId="{C68AD5B4-EFA9-4B94-A022-30C0C072E368}"/>
          </ac:spMkLst>
        </pc:spChg>
        <pc:spChg chg="add del mod">
          <ac:chgData name="Francesca Pianosi" userId="af37e4cd-86d1-4778-a614-df4565e9f9fa" providerId="ADAL" clId="{DE8FE623-C1E0-508C-80FD-1C50163344CD}" dt="2025-09-22T21:05:31.670" v="1296" actId="478"/>
          <ac:spMkLst>
            <pc:docMk/>
            <pc:sldMk cId="722831738" sldId="1202"/>
            <ac:spMk id="4" creationId="{F5691D7B-17FE-63F0-9862-580A8F98E218}"/>
          </ac:spMkLst>
        </pc:spChg>
        <pc:spChg chg="add mod">
          <ac:chgData name="Francesca Pianosi" userId="af37e4cd-86d1-4778-a614-df4565e9f9fa" providerId="ADAL" clId="{DE8FE623-C1E0-508C-80FD-1C50163344CD}" dt="2025-09-23T12:06:55.507" v="2964" actId="1076"/>
          <ac:spMkLst>
            <pc:docMk/>
            <pc:sldMk cId="722831738" sldId="1202"/>
            <ac:spMk id="6" creationId="{2BBE1649-FDD9-B3FD-00E6-E06BEF5CA947}"/>
          </ac:spMkLst>
        </pc:spChg>
        <pc:spChg chg="add del mod">
          <ac:chgData name="Francesca Pianosi" userId="af37e4cd-86d1-4778-a614-df4565e9f9fa" providerId="ADAL" clId="{DE8FE623-C1E0-508C-80FD-1C50163344CD}" dt="2025-09-22T21:05:48.978" v="1300" actId="478"/>
          <ac:spMkLst>
            <pc:docMk/>
            <pc:sldMk cId="722831738" sldId="1202"/>
            <ac:spMk id="6" creationId="{2CA81410-9679-3A43-9C55-BCFDEA18D924}"/>
          </ac:spMkLst>
        </pc:spChg>
        <pc:spChg chg="add del mod">
          <ac:chgData name="Francesca Pianosi" userId="af37e4cd-86d1-4778-a614-df4565e9f9fa" providerId="ADAL" clId="{DE8FE623-C1E0-508C-80FD-1C50163344CD}" dt="2025-09-22T21:05:50.590" v="1301" actId="478"/>
          <ac:spMkLst>
            <pc:docMk/>
            <pc:sldMk cId="722831738" sldId="1202"/>
            <ac:spMk id="7" creationId="{266D513A-F7C2-2AF8-3BD6-2F4E3459C459}"/>
          </ac:spMkLst>
        </pc:spChg>
        <pc:spChg chg="add del mod">
          <ac:chgData name="Francesca Pianosi" userId="af37e4cd-86d1-4778-a614-df4565e9f9fa" providerId="ADAL" clId="{DE8FE623-C1E0-508C-80FD-1C50163344CD}" dt="2025-09-22T21:07:14.687" v="1354" actId="478"/>
          <ac:spMkLst>
            <pc:docMk/>
            <pc:sldMk cId="722831738" sldId="1202"/>
            <ac:spMk id="8" creationId="{91A30829-F9DE-7655-DFDC-CE394CDC005F}"/>
          </ac:spMkLst>
        </pc:spChg>
        <pc:spChg chg="add del mod">
          <ac:chgData name="Francesca Pianosi" userId="af37e4cd-86d1-4778-a614-df4565e9f9fa" providerId="ADAL" clId="{DE8FE623-C1E0-508C-80FD-1C50163344CD}" dt="2025-09-23T12:06:52.372" v="2962" actId="21"/>
          <ac:spMkLst>
            <pc:docMk/>
            <pc:sldMk cId="722831738" sldId="1202"/>
            <ac:spMk id="9" creationId="{0A6B647A-293F-DFF1-C750-762CD22088A6}"/>
          </ac:spMkLst>
        </pc:spChg>
        <pc:picChg chg="add del mod">
          <ac:chgData name="Francesca Pianosi" userId="af37e4cd-86d1-4778-a614-df4565e9f9fa" providerId="ADAL" clId="{DE8FE623-C1E0-508C-80FD-1C50163344CD}" dt="2025-09-23T12:06:50.216" v="2960" actId="478"/>
          <ac:picMkLst>
            <pc:docMk/>
            <pc:sldMk cId="722831738" sldId="1202"/>
            <ac:picMk id="3" creationId="{E2F25140-0791-6EB8-A1F3-AECE74F632A3}"/>
          </ac:picMkLst>
        </pc:picChg>
        <pc:picChg chg="add mod">
          <ac:chgData name="Francesca Pianosi" userId="af37e4cd-86d1-4778-a614-df4565e9f9fa" providerId="ADAL" clId="{DE8FE623-C1E0-508C-80FD-1C50163344CD}" dt="2025-09-23T12:06:50.788" v="2961"/>
          <ac:picMkLst>
            <pc:docMk/>
            <pc:sldMk cId="722831738" sldId="1202"/>
            <ac:picMk id="4" creationId="{D6C2ECBC-1E67-7CBB-1B61-7F03E3EEBDA9}"/>
          </ac:picMkLst>
        </pc:picChg>
        <pc:picChg chg="add del mod modCrop">
          <ac:chgData name="Francesca Pianosi" userId="af37e4cd-86d1-4778-a614-df4565e9f9fa" providerId="ADAL" clId="{DE8FE623-C1E0-508C-80FD-1C50163344CD}" dt="2025-09-23T12:05:37.014" v="2947" actId="478"/>
          <ac:picMkLst>
            <pc:docMk/>
            <pc:sldMk cId="722831738" sldId="1202"/>
            <ac:picMk id="5" creationId="{723EB0D7-8E14-3758-A078-EC677C3875E9}"/>
          </ac:picMkLst>
        </pc:picChg>
      </pc:sldChg>
      <pc:sldChg chg="addSp delSp modSp new mod">
        <pc:chgData name="Francesca Pianosi" userId="af37e4cd-86d1-4778-a614-df4565e9f9fa" providerId="ADAL" clId="{DE8FE623-C1E0-508C-80FD-1C50163344CD}" dt="2025-09-23T12:05:28.291" v="2946" actId="167"/>
        <pc:sldMkLst>
          <pc:docMk/>
          <pc:sldMk cId="205974981" sldId="1203"/>
        </pc:sldMkLst>
        <pc:spChg chg="mod">
          <ac:chgData name="Francesca Pianosi" userId="af37e4cd-86d1-4778-a614-df4565e9f9fa" providerId="ADAL" clId="{DE8FE623-C1E0-508C-80FD-1C50163344CD}" dt="2025-09-22T21:18:21.254" v="2370" actId="20577"/>
          <ac:spMkLst>
            <pc:docMk/>
            <pc:sldMk cId="205974981" sldId="1203"/>
            <ac:spMk id="2" creationId="{81236AF9-77B3-0541-3D1D-4312FC9417ED}"/>
          </ac:spMkLst>
        </pc:spChg>
        <pc:spChg chg="del">
          <ac:chgData name="Francesca Pianosi" userId="af37e4cd-86d1-4778-a614-df4565e9f9fa" providerId="ADAL" clId="{DE8FE623-C1E0-508C-80FD-1C50163344CD}" dt="2025-09-22T21:06:35.561" v="1342" actId="478"/>
          <ac:spMkLst>
            <pc:docMk/>
            <pc:sldMk cId="205974981" sldId="1203"/>
            <ac:spMk id="3" creationId="{D290D0F1-78A1-DE9C-3B5D-4BCD37A74EC9}"/>
          </ac:spMkLst>
        </pc:spChg>
        <pc:spChg chg="add mod">
          <ac:chgData name="Francesca Pianosi" userId="af37e4cd-86d1-4778-a614-df4565e9f9fa" providerId="ADAL" clId="{DE8FE623-C1E0-508C-80FD-1C50163344CD}" dt="2025-09-22T21:06:59.245" v="1344" actId="1582"/>
          <ac:spMkLst>
            <pc:docMk/>
            <pc:sldMk cId="205974981" sldId="1203"/>
            <ac:spMk id="5" creationId="{2405DAF0-1609-15D6-A65D-C63CD9F7CC4C}"/>
          </ac:spMkLst>
        </pc:spChg>
        <pc:picChg chg="add mod">
          <ac:chgData name="Francesca Pianosi" userId="af37e4cd-86d1-4778-a614-df4565e9f9fa" providerId="ADAL" clId="{DE8FE623-C1E0-508C-80FD-1C50163344CD}" dt="2025-09-23T12:05:28.291" v="2946" actId="167"/>
          <ac:picMkLst>
            <pc:docMk/>
            <pc:sldMk cId="205974981" sldId="1203"/>
            <ac:picMk id="3" creationId="{4F43D4E2-2648-C041-7BB9-11C367721D36}"/>
          </ac:picMkLst>
        </pc:picChg>
        <pc:picChg chg="add del mod">
          <ac:chgData name="Francesca Pianosi" userId="af37e4cd-86d1-4778-a614-df4565e9f9fa" providerId="ADAL" clId="{DE8FE623-C1E0-508C-80FD-1C50163344CD}" dt="2025-09-23T12:05:24.260" v="2944" actId="478"/>
          <ac:picMkLst>
            <pc:docMk/>
            <pc:sldMk cId="205974981" sldId="1203"/>
            <ac:picMk id="4" creationId="{B8B7E2F8-98BC-8834-2D11-C6E893980674}"/>
          </ac:picMkLst>
        </pc:picChg>
      </pc:sldChg>
      <pc:sldChg chg="delSp modSp new mod">
        <pc:chgData name="Francesca Pianosi" userId="af37e4cd-86d1-4778-a614-df4565e9f9fa" providerId="ADAL" clId="{DE8FE623-C1E0-508C-80FD-1C50163344CD}" dt="2025-09-22T21:17:31.320" v="2321" actId="20577"/>
        <pc:sldMkLst>
          <pc:docMk/>
          <pc:sldMk cId="4013864007" sldId="1204"/>
        </pc:sldMkLst>
        <pc:spChg chg="mod">
          <ac:chgData name="Francesca Pianosi" userId="af37e4cd-86d1-4778-a614-df4565e9f9fa" providerId="ADAL" clId="{DE8FE623-C1E0-508C-80FD-1C50163344CD}" dt="2025-09-22T21:17:31.320" v="2321" actId="20577"/>
          <ac:spMkLst>
            <pc:docMk/>
            <pc:sldMk cId="4013864007" sldId="1204"/>
            <ac:spMk id="2" creationId="{9B014029-0FDD-637D-9D6F-EF2AB73EF42D}"/>
          </ac:spMkLst>
        </pc:spChg>
        <pc:spChg chg="del">
          <ac:chgData name="Francesca Pianosi" userId="af37e4cd-86d1-4778-a614-df4565e9f9fa" providerId="ADAL" clId="{DE8FE623-C1E0-508C-80FD-1C50163344CD}" dt="2025-09-22T21:07:43.821" v="1397" actId="478"/>
          <ac:spMkLst>
            <pc:docMk/>
            <pc:sldMk cId="4013864007" sldId="1204"/>
            <ac:spMk id="3" creationId="{53465D27-9D6D-4B0F-907C-1D8648AE90F5}"/>
          </ac:spMkLst>
        </pc:spChg>
      </pc:sldChg>
      <pc:sldChg chg="modSp add mod">
        <pc:chgData name="Francesca Pianosi" userId="af37e4cd-86d1-4778-a614-df4565e9f9fa" providerId="ADAL" clId="{DE8FE623-C1E0-508C-80FD-1C50163344CD}" dt="2025-09-22T21:08:02.598" v="1412" actId="20577"/>
        <pc:sldMkLst>
          <pc:docMk/>
          <pc:sldMk cId="2126106351" sldId="1205"/>
        </pc:sldMkLst>
        <pc:spChg chg="mod">
          <ac:chgData name="Francesca Pianosi" userId="af37e4cd-86d1-4778-a614-df4565e9f9fa" providerId="ADAL" clId="{DE8FE623-C1E0-508C-80FD-1C50163344CD}" dt="2025-09-22T21:08:02.598" v="1412" actId="20577"/>
          <ac:spMkLst>
            <pc:docMk/>
            <pc:sldMk cId="2126106351" sldId="1205"/>
            <ac:spMk id="2" creationId="{00939592-B6B6-0DA9-00C3-A08CB131C59F}"/>
          </ac:spMkLst>
        </pc:spChg>
      </pc:sldChg>
      <pc:sldChg chg="addSp delSp modSp new add del mod modClrScheme chgLayout">
        <pc:chgData name="Francesca Pianosi" userId="af37e4cd-86d1-4778-a614-df4565e9f9fa" providerId="ADAL" clId="{DE8FE623-C1E0-508C-80FD-1C50163344CD}" dt="2025-09-23T12:06:43.950" v="2959" actId="1076"/>
        <pc:sldMkLst>
          <pc:docMk/>
          <pc:sldMk cId="168506291" sldId="1206"/>
        </pc:sldMkLst>
        <pc:spChg chg="mod ord">
          <ac:chgData name="Francesca Pianosi" userId="af37e4cd-86d1-4778-a614-df4565e9f9fa" providerId="ADAL" clId="{DE8FE623-C1E0-508C-80FD-1C50163344CD}" dt="2025-09-22T21:19:34.338" v="2389" actId="20577"/>
          <ac:spMkLst>
            <pc:docMk/>
            <pc:sldMk cId="168506291" sldId="1206"/>
            <ac:spMk id="2" creationId="{2E079DFD-754F-D302-37C4-40828F96B3B2}"/>
          </ac:spMkLst>
        </pc:spChg>
        <pc:spChg chg="add mod ord">
          <ac:chgData name="Francesca Pianosi" userId="af37e4cd-86d1-4778-a614-df4565e9f9fa" providerId="ADAL" clId="{DE8FE623-C1E0-508C-80FD-1C50163344CD}" dt="2025-09-23T08:10:20.080" v="2481" actId="20577"/>
          <ac:spMkLst>
            <pc:docMk/>
            <pc:sldMk cId="168506291" sldId="1206"/>
            <ac:spMk id="3" creationId="{AC3AA01A-7586-7C0B-4CA3-60E26C565BB7}"/>
          </ac:spMkLst>
        </pc:spChg>
        <pc:spChg chg="add mod">
          <ac:chgData name="Francesca Pianosi" userId="af37e4cd-86d1-4778-a614-df4565e9f9fa" providerId="ADAL" clId="{DE8FE623-C1E0-508C-80FD-1C50163344CD}" dt="2025-09-23T12:06:43.950" v="2959" actId="1076"/>
          <ac:spMkLst>
            <pc:docMk/>
            <pc:sldMk cId="168506291" sldId="1206"/>
            <ac:spMk id="5" creationId="{6D1E6454-565F-CAE8-9E02-711FB96C544C}"/>
          </ac:spMkLst>
        </pc:spChg>
        <pc:spChg chg="add mod">
          <ac:chgData name="Francesca Pianosi" userId="af37e4cd-86d1-4778-a614-df4565e9f9fa" providerId="ADAL" clId="{DE8FE623-C1E0-508C-80FD-1C50163344CD}" dt="2025-09-23T12:06:43.950" v="2959" actId="1076"/>
          <ac:spMkLst>
            <pc:docMk/>
            <pc:sldMk cId="168506291" sldId="1206"/>
            <ac:spMk id="6" creationId="{00336F32-7B8D-99DD-6E3A-DA3EE78746F4}"/>
          </ac:spMkLst>
        </pc:spChg>
        <pc:picChg chg="add del mod modCrop">
          <ac:chgData name="Francesca Pianosi" userId="af37e4cd-86d1-4778-a614-df4565e9f9fa" providerId="ADAL" clId="{DE8FE623-C1E0-508C-80FD-1C50163344CD}" dt="2025-09-23T12:06:12.671" v="2954" actId="478"/>
          <ac:picMkLst>
            <pc:docMk/>
            <pc:sldMk cId="168506291" sldId="1206"/>
            <ac:picMk id="4" creationId="{1B3EC044-FC9B-255D-2C3F-A5E828D1FB05}"/>
          </ac:picMkLst>
        </pc:picChg>
        <pc:picChg chg="add mod">
          <ac:chgData name="Francesca Pianosi" userId="af37e4cd-86d1-4778-a614-df4565e9f9fa" providerId="ADAL" clId="{DE8FE623-C1E0-508C-80FD-1C50163344CD}" dt="2025-09-23T12:06:38.033" v="2958" actId="14100"/>
          <ac:picMkLst>
            <pc:docMk/>
            <pc:sldMk cId="168506291" sldId="1206"/>
            <ac:picMk id="7" creationId="{99B882F5-27D4-2B0F-D944-ABB70364B66D}"/>
          </ac:picMkLst>
        </pc:picChg>
      </pc:sldChg>
      <pc:sldChg chg="addSp delSp modSp new mod modClrScheme chgLayout">
        <pc:chgData name="Francesca Pianosi" userId="af37e4cd-86d1-4778-a614-df4565e9f9fa" providerId="ADAL" clId="{DE8FE623-C1E0-508C-80FD-1C50163344CD}" dt="2025-09-23T12:07:15.987" v="2969" actId="1076"/>
        <pc:sldMkLst>
          <pc:docMk/>
          <pc:sldMk cId="3302544356" sldId="1207"/>
        </pc:sldMkLst>
        <pc:spChg chg="mod ord">
          <ac:chgData name="Francesca Pianosi" userId="af37e4cd-86d1-4778-a614-df4565e9f9fa" providerId="ADAL" clId="{DE8FE623-C1E0-508C-80FD-1C50163344CD}" dt="2025-09-22T21:19:44.806" v="2392" actId="114"/>
          <ac:spMkLst>
            <pc:docMk/>
            <pc:sldMk cId="3302544356" sldId="1207"/>
            <ac:spMk id="2" creationId="{7183C861-186B-1182-7870-5F36CC804276}"/>
          </ac:spMkLst>
        </pc:spChg>
        <pc:spChg chg="add mod ord">
          <ac:chgData name="Francesca Pianosi" userId="af37e4cd-86d1-4778-a614-df4565e9f9fa" providerId="ADAL" clId="{DE8FE623-C1E0-508C-80FD-1C50163344CD}" dt="2025-09-22T21:15:42.532" v="2306" actId="20577"/>
          <ac:spMkLst>
            <pc:docMk/>
            <pc:sldMk cId="3302544356" sldId="1207"/>
            <ac:spMk id="3" creationId="{4B07D243-1E87-98ED-0C4C-71A5DB3D6C91}"/>
          </ac:spMkLst>
        </pc:spChg>
        <pc:spChg chg="add mod">
          <ac:chgData name="Francesca Pianosi" userId="af37e4cd-86d1-4778-a614-df4565e9f9fa" providerId="ADAL" clId="{DE8FE623-C1E0-508C-80FD-1C50163344CD}" dt="2025-09-22T21:10:22.001" v="1548" actId="1076"/>
          <ac:spMkLst>
            <pc:docMk/>
            <pc:sldMk cId="3302544356" sldId="1207"/>
            <ac:spMk id="5" creationId="{164A50EF-B3B7-35DB-36B2-8DC6FF8BE024}"/>
          </ac:spMkLst>
        </pc:spChg>
        <pc:spChg chg="add mod">
          <ac:chgData name="Francesca Pianosi" userId="af37e4cd-86d1-4778-a614-df4565e9f9fa" providerId="ADAL" clId="{DE8FE623-C1E0-508C-80FD-1C50163344CD}" dt="2025-09-22T21:10:22.001" v="1548" actId="1076"/>
          <ac:spMkLst>
            <pc:docMk/>
            <pc:sldMk cId="3302544356" sldId="1207"/>
            <ac:spMk id="6" creationId="{9B49322E-4E31-3C58-5846-BB9EF7B31CDC}"/>
          </ac:spMkLst>
        </pc:spChg>
        <pc:spChg chg="add mod">
          <ac:chgData name="Francesca Pianosi" userId="af37e4cd-86d1-4778-a614-df4565e9f9fa" providerId="ADAL" clId="{DE8FE623-C1E0-508C-80FD-1C50163344CD}" dt="2025-09-22T21:10:22.001" v="1548" actId="1076"/>
          <ac:spMkLst>
            <pc:docMk/>
            <pc:sldMk cId="3302544356" sldId="1207"/>
            <ac:spMk id="7" creationId="{6AF58E35-F186-ADF8-77E7-D841A1CD5E75}"/>
          </ac:spMkLst>
        </pc:spChg>
        <pc:spChg chg="add mod">
          <ac:chgData name="Francesca Pianosi" userId="af37e4cd-86d1-4778-a614-df4565e9f9fa" providerId="ADAL" clId="{DE8FE623-C1E0-508C-80FD-1C50163344CD}" dt="2025-09-22T21:10:22.001" v="1548" actId="1076"/>
          <ac:spMkLst>
            <pc:docMk/>
            <pc:sldMk cId="3302544356" sldId="1207"/>
            <ac:spMk id="8" creationId="{528DC6B8-2882-26F0-9F29-405865B57B42}"/>
          </ac:spMkLst>
        </pc:spChg>
        <pc:picChg chg="add del mod">
          <ac:chgData name="Francesca Pianosi" userId="af37e4cd-86d1-4778-a614-df4565e9f9fa" providerId="ADAL" clId="{DE8FE623-C1E0-508C-80FD-1C50163344CD}" dt="2025-09-23T12:07:06.091" v="2965" actId="478"/>
          <ac:picMkLst>
            <pc:docMk/>
            <pc:sldMk cId="3302544356" sldId="1207"/>
            <ac:picMk id="4" creationId="{41F8B277-CFD9-D0DD-AEAB-CCBEA00210A4}"/>
          </ac:picMkLst>
        </pc:picChg>
        <pc:picChg chg="add mod">
          <ac:chgData name="Francesca Pianosi" userId="af37e4cd-86d1-4778-a614-df4565e9f9fa" providerId="ADAL" clId="{DE8FE623-C1E0-508C-80FD-1C50163344CD}" dt="2025-09-23T12:07:15.987" v="2969" actId="1076"/>
          <ac:picMkLst>
            <pc:docMk/>
            <pc:sldMk cId="3302544356" sldId="1207"/>
            <ac:picMk id="9" creationId="{3CA31EE1-1154-BF8F-505D-D84E5739BEF3}"/>
          </ac:picMkLst>
        </pc:picChg>
      </pc:sldChg>
      <pc:sldChg chg="addSp modSp new mod">
        <pc:chgData name="Francesca Pianosi" userId="af37e4cd-86d1-4778-a614-df4565e9f9fa" providerId="ADAL" clId="{DE8FE623-C1E0-508C-80FD-1C50163344CD}" dt="2025-09-23T08:17:48.521" v="2749" actId="1076"/>
        <pc:sldMkLst>
          <pc:docMk/>
          <pc:sldMk cId="1541274730" sldId="1208"/>
        </pc:sldMkLst>
        <pc:spChg chg="mod">
          <ac:chgData name="Francesca Pianosi" userId="af37e4cd-86d1-4778-a614-df4565e9f9fa" providerId="ADAL" clId="{DE8FE623-C1E0-508C-80FD-1C50163344CD}" dt="2025-09-23T08:10:45.644" v="2482"/>
          <ac:spMkLst>
            <pc:docMk/>
            <pc:sldMk cId="1541274730" sldId="1208"/>
            <ac:spMk id="2" creationId="{9445E4F5-6042-D9C5-9B76-ABB4522B0AFC}"/>
          </ac:spMkLst>
        </pc:spChg>
        <pc:spChg chg="mod">
          <ac:chgData name="Francesca Pianosi" userId="af37e4cd-86d1-4778-a614-df4565e9f9fa" providerId="ADAL" clId="{DE8FE623-C1E0-508C-80FD-1C50163344CD}" dt="2025-09-23T08:17:23.331" v="2743" actId="114"/>
          <ac:spMkLst>
            <pc:docMk/>
            <pc:sldMk cId="1541274730" sldId="1208"/>
            <ac:spMk id="3" creationId="{4D63F880-B5D3-5343-1191-2C798A0B45A3}"/>
          </ac:spMkLst>
        </pc:spChg>
        <pc:spChg chg="add mod">
          <ac:chgData name="Francesca Pianosi" userId="af37e4cd-86d1-4778-a614-df4565e9f9fa" providerId="ADAL" clId="{DE8FE623-C1E0-508C-80FD-1C50163344CD}" dt="2025-09-23T08:14:24.999" v="2561" actId="1076"/>
          <ac:spMkLst>
            <pc:docMk/>
            <pc:sldMk cId="1541274730" sldId="1208"/>
            <ac:spMk id="5" creationId="{A0B0C7CD-07D7-D902-8B02-83AA0956EA08}"/>
          </ac:spMkLst>
        </pc:spChg>
        <pc:picChg chg="add mod">
          <ac:chgData name="Francesca Pianosi" userId="af37e4cd-86d1-4778-a614-df4565e9f9fa" providerId="ADAL" clId="{DE8FE623-C1E0-508C-80FD-1C50163344CD}" dt="2025-09-23T08:17:43.240" v="2746" actId="732"/>
          <ac:picMkLst>
            <pc:docMk/>
            <pc:sldMk cId="1541274730" sldId="1208"/>
            <ac:picMk id="4" creationId="{51107E4F-C51F-E233-3E87-013D37DB3CE4}"/>
          </ac:picMkLst>
        </pc:picChg>
        <pc:picChg chg="add mod modCrop">
          <ac:chgData name="Francesca Pianosi" userId="af37e4cd-86d1-4778-a614-df4565e9f9fa" providerId="ADAL" clId="{DE8FE623-C1E0-508C-80FD-1C50163344CD}" dt="2025-09-23T08:17:48.521" v="2749" actId="1076"/>
          <ac:picMkLst>
            <pc:docMk/>
            <pc:sldMk cId="1541274730" sldId="1208"/>
            <ac:picMk id="7" creationId="{4EC992BB-0669-DF8C-BA8F-31AE2556D978}"/>
          </ac:picMkLst>
        </pc:picChg>
      </pc:sldChg>
      <pc:sldChg chg="add del">
        <pc:chgData name="Francesca Pianosi" userId="af37e4cd-86d1-4778-a614-df4565e9f9fa" providerId="ADAL" clId="{DE8FE623-C1E0-508C-80FD-1C50163344CD}" dt="2025-09-22T21:11:03.341" v="1669" actId="2696"/>
        <pc:sldMkLst>
          <pc:docMk/>
          <pc:sldMk cId="2830918939" sldId="1208"/>
        </pc:sldMkLst>
      </pc:sldChg>
      <pc:sldChg chg="modSp add mod">
        <pc:chgData name="Francesca Pianosi" userId="af37e4cd-86d1-4778-a614-df4565e9f9fa" providerId="ADAL" clId="{DE8FE623-C1E0-508C-80FD-1C50163344CD}" dt="2025-09-22T21:17:43.297" v="2352" actId="20577"/>
        <pc:sldMkLst>
          <pc:docMk/>
          <pc:sldMk cId="4183887367" sldId="1209"/>
        </pc:sldMkLst>
        <pc:spChg chg="mod">
          <ac:chgData name="Francesca Pianosi" userId="af37e4cd-86d1-4778-a614-df4565e9f9fa" providerId="ADAL" clId="{DE8FE623-C1E0-508C-80FD-1C50163344CD}" dt="2025-09-22T21:17:43.297" v="2352" actId="20577"/>
          <ac:spMkLst>
            <pc:docMk/>
            <pc:sldMk cId="4183887367" sldId="1209"/>
            <ac:spMk id="2" creationId="{C709A772-3BA9-ED70-BD2A-F0DF805F51FD}"/>
          </ac:spMkLst>
        </pc:spChg>
      </pc:sldChg>
      <pc:sldChg chg="addSp delSp modSp new mod">
        <pc:chgData name="Francesca Pianosi" userId="af37e4cd-86d1-4778-a614-df4565e9f9fa" providerId="ADAL" clId="{DE8FE623-C1E0-508C-80FD-1C50163344CD}" dt="2025-09-23T12:10:36.511" v="3186" actId="1037"/>
        <pc:sldMkLst>
          <pc:docMk/>
          <pc:sldMk cId="304351404" sldId="1210"/>
        </pc:sldMkLst>
        <pc:spChg chg="mod">
          <ac:chgData name="Francesca Pianosi" userId="af37e4cd-86d1-4778-a614-df4565e9f9fa" providerId="ADAL" clId="{DE8FE623-C1E0-508C-80FD-1C50163344CD}" dt="2025-09-23T08:19:07.477" v="2755" actId="20577"/>
          <ac:spMkLst>
            <pc:docMk/>
            <pc:sldMk cId="304351404" sldId="1210"/>
            <ac:spMk id="2" creationId="{3F4AC5A4-9ED5-2469-712A-68EEB6A1EB87}"/>
          </ac:spMkLst>
        </pc:spChg>
        <pc:spChg chg="del">
          <ac:chgData name="Francesca Pianosi" userId="af37e4cd-86d1-4778-a614-df4565e9f9fa" providerId="ADAL" clId="{DE8FE623-C1E0-508C-80FD-1C50163344CD}" dt="2025-09-23T08:19:28.483" v="2757"/>
          <ac:spMkLst>
            <pc:docMk/>
            <pc:sldMk cId="304351404" sldId="1210"/>
            <ac:spMk id="3" creationId="{7601F311-2331-1C56-35D5-9BDE33121F36}"/>
          </ac:spMkLst>
        </pc:spChg>
        <pc:spChg chg="add mod">
          <ac:chgData name="Francesca Pianosi" userId="af37e4cd-86d1-4778-a614-df4565e9f9fa" providerId="ADAL" clId="{DE8FE623-C1E0-508C-80FD-1C50163344CD}" dt="2025-09-23T12:09:33.325" v="3150" actId="20577"/>
          <ac:spMkLst>
            <pc:docMk/>
            <pc:sldMk cId="304351404" sldId="1210"/>
            <ac:spMk id="4" creationId="{A7557105-B50E-5B22-50B5-1CEB6AD86997}"/>
          </ac:spMkLst>
        </pc:spChg>
        <pc:spChg chg="add mod">
          <ac:chgData name="Francesca Pianosi" userId="af37e4cd-86d1-4778-a614-df4565e9f9fa" providerId="ADAL" clId="{DE8FE623-C1E0-508C-80FD-1C50163344CD}" dt="2025-09-23T12:10:36.511" v="3186" actId="1037"/>
          <ac:spMkLst>
            <pc:docMk/>
            <pc:sldMk cId="304351404" sldId="1210"/>
            <ac:spMk id="6" creationId="{66ADB6E7-6053-FBB5-239A-CC39F9B007D3}"/>
          </ac:spMkLst>
        </pc:spChg>
        <pc:spChg chg="add mod">
          <ac:chgData name="Francesca Pianosi" userId="af37e4cd-86d1-4778-a614-df4565e9f9fa" providerId="ADAL" clId="{DE8FE623-C1E0-508C-80FD-1C50163344CD}" dt="2025-09-23T12:10:36.511" v="3186" actId="1037"/>
          <ac:spMkLst>
            <pc:docMk/>
            <pc:sldMk cId="304351404" sldId="1210"/>
            <ac:spMk id="7" creationId="{0E8A2CF0-F077-C9BC-6996-7C362F69EF60}"/>
          </ac:spMkLst>
        </pc:spChg>
        <pc:picChg chg="add del mod">
          <ac:chgData name="Francesca Pianosi" userId="af37e4cd-86d1-4778-a614-df4565e9f9fa" providerId="ADAL" clId="{DE8FE623-C1E0-508C-80FD-1C50163344CD}" dt="2025-09-23T12:10:25.662" v="3173" actId="478"/>
          <ac:picMkLst>
            <pc:docMk/>
            <pc:sldMk cId="304351404" sldId="1210"/>
            <ac:picMk id="5" creationId="{E6CAEBB9-712C-A9B3-8008-635E522F5D8D}"/>
          </ac:picMkLst>
        </pc:picChg>
        <pc:picChg chg="add mod">
          <ac:chgData name="Francesca Pianosi" userId="af37e4cd-86d1-4778-a614-df4565e9f9fa" providerId="ADAL" clId="{DE8FE623-C1E0-508C-80FD-1C50163344CD}" dt="2025-09-23T12:10:29.436" v="3175" actId="167"/>
          <ac:picMkLst>
            <pc:docMk/>
            <pc:sldMk cId="304351404" sldId="1210"/>
            <ac:picMk id="8" creationId="{91E9B41D-A3A8-9B47-B59F-34578EB0DAD9}"/>
          </ac:picMkLst>
        </pc:picChg>
        <pc:picChg chg="add del mod">
          <ac:chgData name="Francesca Pianosi" userId="af37e4cd-86d1-4778-a614-df4565e9f9fa" providerId="ADAL" clId="{DE8FE623-C1E0-508C-80FD-1C50163344CD}" dt="2025-09-23T12:08:08.581" v="2973" actId="478"/>
          <ac:picMkLst>
            <pc:docMk/>
            <pc:sldMk cId="304351404" sldId="1210"/>
            <ac:picMk id="2050" creationId="{009862CA-CD4D-BAF0-3EB2-C1B21AD1FFDB}"/>
          </ac:picMkLst>
        </pc:picChg>
      </pc:sldChg>
      <pc:sldChg chg="addSp delSp modSp add mod">
        <pc:chgData name="Francesca Pianosi" userId="af37e4cd-86d1-4778-a614-df4565e9f9fa" providerId="ADAL" clId="{DE8FE623-C1E0-508C-80FD-1C50163344CD}" dt="2025-09-23T11:48:27.090" v="2867" actId="478"/>
        <pc:sldMkLst>
          <pc:docMk/>
          <pc:sldMk cId="1607221179" sldId="1211"/>
        </pc:sldMkLst>
        <pc:spChg chg="add del mod">
          <ac:chgData name="Francesca Pianosi" userId="af37e4cd-86d1-4778-a614-df4565e9f9fa" providerId="ADAL" clId="{DE8FE623-C1E0-508C-80FD-1C50163344CD}" dt="2025-09-23T11:48:27.090" v="2867" actId="478"/>
          <ac:spMkLst>
            <pc:docMk/>
            <pc:sldMk cId="1607221179" sldId="1211"/>
            <ac:spMk id="8" creationId="{20A9863C-6A90-B00B-5AD1-8EC700FC0728}"/>
          </ac:spMkLst>
        </pc:spChg>
      </pc:sldChg>
      <pc:sldChg chg="addSp delSp modSp add mod">
        <pc:chgData name="Francesca Pianosi" userId="af37e4cd-86d1-4778-a614-df4565e9f9fa" providerId="ADAL" clId="{DE8FE623-C1E0-508C-80FD-1C50163344CD}" dt="2025-09-23T12:10:20.561" v="3172" actId="1038"/>
        <pc:sldMkLst>
          <pc:docMk/>
          <pc:sldMk cId="4155118406" sldId="1212"/>
        </pc:sldMkLst>
        <pc:spChg chg="mod">
          <ac:chgData name="Francesca Pianosi" userId="af37e4cd-86d1-4778-a614-df4565e9f9fa" providerId="ADAL" clId="{DE8FE623-C1E0-508C-80FD-1C50163344CD}" dt="2025-09-23T12:09:53.393" v="3158" actId="20577"/>
          <ac:spMkLst>
            <pc:docMk/>
            <pc:sldMk cId="4155118406" sldId="1212"/>
            <ac:spMk id="2" creationId="{70CF8402-C739-8C9A-FB8D-FE8FC9091891}"/>
          </ac:spMkLst>
        </pc:spChg>
        <pc:spChg chg="del">
          <ac:chgData name="Francesca Pianosi" userId="af37e4cd-86d1-4778-a614-df4565e9f9fa" providerId="ADAL" clId="{DE8FE623-C1E0-508C-80FD-1C50163344CD}" dt="2025-09-23T12:09:59.814" v="3159" actId="478"/>
          <ac:spMkLst>
            <pc:docMk/>
            <pc:sldMk cId="4155118406" sldId="1212"/>
            <ac:spMk id="5" creationId="{D4C99FCD-35FD-264C-3395-E2E4935F53A8}"/>
          </ac:spMkLst>
        </pc:spChg>
        <pc:spChg chg="del">
          <ac:chgData name="Francesca Pianosi" userId="af37e4cd-86d1-4778-a614-df4565e9f9fa" providerId="ADAL" clId="{DE8FE623-C1E0-508C-80FD-1C50163344CD}" dt="2025-09-23T12:09:59.814" v="3159" actId="478"/>
          <ac:spMkLst>
            <pc:docMk/>
            <pc:sldMk cId="4155118406" sldId="1212"/>
            <ac:spMk id="6" creationId="{D948F73A-2AF6-51C2-D00D-C3FC6C22BC14}"/>
          </ac:spMkLst>
        </pc:spChg>
        <pc:spChg chg="del">
          <ac:chgData name="Francesca Pianosi" userId="af37e4cd-86d1-4778-a614-df4565e9f9fa" providerId="ADAL" clId="{DE8FE623-C1E0-508C-80FD-1C50163344CD}" dt="2025-09-23T12:09:59.814" v="3159" actId="478"/>
          <ac:spMkLst>
            <pc:docMk/>
            <pc:sldMk cId="4155118406" sldId="1212"/>
            <ac:spMk id="7" creationId="{C8C1A96A-F629-099E-90FD-A7BD23F2ADDF}"/>
          </ac:spMkLst>
        </pc:spChg>
        <pc:spChg chg="del">
          <ac:chgData name="Francesca Pianosi" userId="af37e4cd-86d1-4778-a614-df4565e9f9fa" providerId="ADAL" clId="{DE8FE623-C1E0-508C-80FD-1C50163344CD}" dt="2025-09-23T12:09:59.814" v="3159" actId="478"/>
          <ac:spMkLst>
            <pc:docMk/>
            <pc:sldMk cId="4155118406" sldId="1212"/>
            <ac:spMk id="8" creationId="{52E1660B-2504-F968-FB3D-6A5BA7F687DE}"/>
          </ac:spMkLst>
        </pc:spChg>
        <pc:spChg chg="add mod">
          <ac:chgData name="Francesca Pianosi" userId="af37e4cd-86d1-4778-a614-df4565e9f9fa" providerId="ADAL" clId="{DE8FE623-C1E0-508C-80FD-1C50163344CD}" dt="2025-09-23T12:10:20.561" v="3172" actId="1038"/>
          <ac:spMkLst>
            <pc:docMk/>
            <pc:sldMk cId="4155118406" sldId="1212"/>
            <ac:spMk id="10" creationId="{917C0CB5-7B8F-D65F-5910-21311F9E27DB}"/>
          </ac:spMkLst>
        </pc:spChg>
        <pc:picChg chg="add mod">
          <ac:chgData name="Francesca Pianosi" userId="af37e4cd-86d1-4778-a614-df4565e9f9fa" providerId="ADAL" clId="{DE8FE623-C1E0-508C-80FD-1C50163344CD}" dt="2025-09-23T12:10:14.242" v="3161" actId="1076"/>
          <ac:picMkLst>
            <pc:docMk/>
            <pc:sldMk cId="4155118406" sldId="1212"/>
            <ac:picMk id="4" creationId="{732AFBAA-C880-7A36-DC64-2D7FE82C1C83}"/>
          </ac:picMkLst>
        </pc:picChg>
        <pc:picChg chg="del">
          <ac:chgData name="Francesca Pianosi" userId="af37e4cd-86d1-4778-a614-df4565e9f9fa" providerId="ADAL" clId="{DE8FE623-C1E0-508C-80FD-1C50163344CD}" dt="2025-09-23T12:09:59.814" v="3159" actId="478"/>
          <ac:picMkLst>
            <pc:docMk/>
            <pc:sldMk cId="4155118406" sldId="1212"/>
            <ac:picMk id="9" creationId="{9295BD8F-8117-6AEE-6E3F-3F92D4B5FA1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45A548-8F70-38EE-CC47-C84DE57068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749C22-9952-11F5-AABA-68313D9922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4C0FB4-E591-0040-BE38-3EC2E5F2DE16}" type="datetimeFigureOut">
              <a:rPr lang="en-US" smtClean="0"/>
              <a:t>9/23/25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3BCA25-1856-5D02-9494-3A3D541C3E6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662402-0106-D6B6-E35E-3E6B856ED5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0C6B-E6D8-5E46-ACDE-CD6A35EF4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9515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E3E534-BD56-0349-B75B-BEEFF4BD4377}" type="datetimeFigureOut">
              <a:rPr lang="en-US" smtClean="0"/>
              <a:t>9/23/25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83F7A-51A2-D142-B5F4-3F200BB32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734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83F7A-51A2-D142-B5F4-3F200BB3200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365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number of flood properties at risk plot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31B855-009B-8B4F-9473-9046F8FDBC99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3011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594B5-C6EA-05BE-7154-5A8F4C9BC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ABEE97-E93A-E450-A77F-D160BB954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DAE3D9-4584-04B7-C5DE-CDC15742F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Improvements:</a:t>
            </a:r>
            <a:br>
              <a:rPr lang="en-US" dirty="0"/>
            </a:br>
            <a:r>
              <a:rPr lang="en-US" dirty="0"/>
              <a:t>1) Put number of flood properties at risk plot</a:t>
            </a:r>
          </a:p>
          <a:p>
            <a:r>
              <a:rPr lang="en-US" dirty="0"/>
              <a:t>2) Say something about why me used models more specifically – forecasting (</a:t>
            </a:r>
            <a:r>
              <a:rPr lang="en-US" dirty="0" err="1"/>
              <a:t>eg</a:t>
            </a:r>
            <a:r>
              <a:rPr lang="en-US" dirty="0"/>
              <a:t> early warning) vs projecting (</a:t>
            </a:r>
            <a:r>
              <a:rPr lang="en-US" dirty="0" err="1"/>
              <a:t>eg</a:t>
            </a:r>
            <a:r>
              <a:rPr lang="en-US" dirty="0"/>
              <a:t> long-term risk assessment) – build in discussion of what we expect from a model (crystal ball, metaphor, </a:t>
            </a:r>
            <a:r>
              <a:rPr lang="en-US" dirty="0" err="1"/>
              <a:t>etc</a:t>
            </a:r>
            <a:r>
              <a:rPr lang="en-US"/>
              <a:t>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6EE94-E263-1793-06D3-D395E6C41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31B855-009B-8B4F-9473-9046F8FDBC99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1733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1" dirty="0">
                <a:solidFill>
                  <a:srgbClr val="001D3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Add aleatory and epistemic uncertainty – to some extent quantifiable and reducible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1" dirty="0">
                <a:solidFill>
                  <a:srgbClr val="001D3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"Deep uncertainty" refers to </a:t>
            </a:r>
            <a:r>
              <a:rPr lang="en-GB" sz="1200" i="1" dirty="0">
                <a:latin typeface="Calibri" panose="020F0502020204030204" pitchFamily="34" charset="0"/>
                <a:cs typeface="Calibri" panose="020F0502020204030204" pitchFamily="34" charset="0"/>
              </a:rPr>
              <a:t>a state where decision-makers lack consensus or knowledge regarding the appropriate models, probability distributions, or value judgments for understanding and conceptualising complex problems – unquantifiable and irreducible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aleatory uncertainty, e.g. due to random measurement errors, and epistemic uncertainty, i.e. due to lack of knowledge</a:t>
            </a:r>
            <a:br>
              <a:rPr lang="en-GB" sz="1200" dirty="0"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</a:br>
            <a:r>
              <a:rPr lang="en-GB" sz="1200" dirty="0"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- to some extent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45FE83-D848-EB42-8339-17FC052229F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778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83F7A-51A2-D142-B5F4-3F200BB3200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569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522D0-A5B4-2FF0-5D61-13F433E75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610FD-4441-4B4F-506A-FA2C7DBD14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6759A-5C8B-4B48-79D4-1BDD1FCF30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87C6E6-A056-234A-BA94-2D8D1B5FA55B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5E5BE-E9FB-385A-CC6E-38A5864A6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90466-0F4E-ABCD-1FD4-1DD901F36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312B91-A402-F143-82B3-AB4F92C95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425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EC67C-F86C-213F-71B1-3221EC21B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EBC68-F390-CCBD-7AD2-CBD58090B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4B1F7-F71A-AA3C-6FAC-1F852BDA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87C6E6-A056-234A-BA94-2D8D1B5FA55B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B168D-3A02-EAEE-FDB8-7F5FD59CF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312B91-A402-F143-82B3-AB4F92C95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649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8DD11-A688-9F3F-6E87-5637635CF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9BC55D-255D-80D7-CEAC-7B20C75477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87C6E6-A056-234A-BA94-2D8D1B5FA55B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1DD50A-473D-D2FD-C1CA-2651DA205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312B91-A402-F143-82B3-AB4F92C95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209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EF00FF-B619-FAA5-C88B-EDC78F49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1057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764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400" y="2131200"/>
            <a:ext cx="7012800" cy="1468800"/>
          </a:xfrm>
        </p:spPr>
        <p:txBody>
          <a:bodyPr anchor="b"/>
          <a:lstStyle>
            <a:lvl1pPr algn="l">
              <a:defRPr sz="5867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400" y="3602037"/>
            <a:ext cx="7012800" cy="1752000"/>
          </a:xfrm>
        </p:spPr>
        <p:txBody>
          <a:bodyPr>
            <a:normAutofit/>
          </a:bodyPr>
          <a:lstStyle>
            <a:lvl1pPr marL="0" indent="0" algn="l">
              <a:buNone/>
              <a:defRPr sz="2667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6282-696E-4BC8-B8B0-F336AA0FA017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7185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400" y="365125"/>
            <a:ext cx="112032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00" y="1825625"/>
            <a:ext cx="11203200" cy="3851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7AD8-1FCE-4D4C-86B9-3F1377F62059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54400" y="5814790"/>
            <a:ext cx="27432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8553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EC0E44-31DD-4789-86DE-B6E31155F116}"/>
              </a:ext>
            </a:extLst>
          </p:cNvPr>
          <p:cNvSpPr/>
          <p:nvPr userDrawn="1"/>
        </p:nvSpPr>
        <p:spPr>
          <a:xfrm>
            <a:off x="7611533" y="-4232"/>
            <a:ext cx="4580467" cy="6862233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400" y="2131200"/>
            <a:ext cx="7012800" cy="1468800"/>
          </a:xfrm>
        </p:spPr>
        <p:txBody>
          <a:bodyPr anchor="b"/>
          <a:lstStyle>
            <a:lvl1pPr algn="l">
              <a:defRPr sz="5867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400" y="3602037"/>
            <a:ext cx="7012800" cy="1752000"/>
          </a:xfrm>
        </p:spPr>
        <p:txBody>
          <a:bodyPr>
            <a:normAutofit/>
          </a:bodyPr>
          <a:lstStyle>
            <a:lvl1pPr marL="0" indent="0" algn="l">
              <a:buNone/>
              <a:defRPr sz="2667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62B8-D7ED-4B07-9A04-1E3FEAB2A48C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7260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(Insert Ima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400" y="2131200"/>
            <a:ext cx="7012800" cy="1468800"/>
          </a:xfrm>
        </p:spPr>
        <p:txBody>
          <a:bodyPr anchor="b"/>
          <a:lstStyle>
            <a:lvl1pPr algn="l">
              <a:defRPr sz="5867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400" y="3602037"/>
            <a:ext cx="7012800" cy="1752000"/>
          </a:xfrm>
        </p:spPr>
        <p:txBody>
          <a:bodyPr>
            <a:normAutofit/>
          </a:bodyPr>
          <a:lstStyle>
            <a:lvl1pPr marL="0" indent="0" algn="l">
              <a:buNone/>
              <a:defRPr sz="2667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6282-696E-4BC8-B8B0-F336AA0FA017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07491796-214B-45DE-99F8-B1AF36C957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76472" y="0"/>
            <a:ext cx="4615528" cy="6858477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591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A903D7F4-2AD2-4C9C-9330-C03E0E70D3F1}"/>
              </a:ext>
            </a:extLst>
          </p:cNvPr>
          <p:cNvSpPr/>
          <p:nvPr userDrawn="1"/>
        </p:nvSpPr>
        <p:spPr>
          <a:xfrm>
            <a:off x="7611533" y="-4232"/>
            <a:ext cx="4580467" cy="6862233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400" y="2131200"/>
            <a:ext cx="7012800" cy="1468800"/>
          </a:xfrm>
        </p:spPr>
        <p:txBody>
          <a:bodyPr anchor="b"/>
          <a:lstStyle>
            <a:lvl1pPr algn="l">
              <a:defRPr sz="5867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400" y="3602037"/>
            <a:ext cx="7012800" cy="1752000"/>
          </a:xfrm>
        </p:spPr>
        <p:txBody>
          <a:bodyPr>
            <a:normAutofit/>
          </a:bodyPr>
          <a:lstStyle>
            <a:lvl1pPr marL="0" indent="0" algn="l">
              <a:buNone/>
              <a:defRPr sz="2667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E2C485A-CFD1-4426-A587-FCC12D6AD237}" type="datetime1">
              <a:rPr lang="en-GB" smtClean="0"/>
              <a:pPr/>
              <a:t>23/09/2025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1757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(Insert Ima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400" y="2131200"/>
            <a:ext cx="7012800" cy="1468800"/>
          </a:xfrm>
        </p:spPr>
        <p:txBody>
          <a:bodyPr anchor="b"/>
          <a:lstStyle>
            <a:lvl1pPr algn="l">
              <a:defRPr sz="5867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400" y="3602037"/>
            <a:ext cx="7012800" cy="1752000"/>
          </a:xfrm>
        </p:spPr>
        <p:txBody>
          <a:bodyPr>
            <a:normAutofit/>
          </a:bodyPr>
          <a:lstStyle>
            <a:lvl1pPr marL="0" indent="0" algn="l">
              <a:buNone/>
              <a:defRPr sz="2667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04E3C7-3434-41F6-8009-C52959A159FA}" type="datetime1">
              <a:rPr lang="en-GB" smtClean="0"/>
              <a:pPr/>
              <a:t>23/09/2025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58EBCF5-E0AC-439B-A35D-E3E7670649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76472" y="0"/>
            <a:ext cx="4615528" cy="6858477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269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400" y="907200"/>
            <a:ext cx="7012800" cy="1468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00" y="2433600"/>
            <a:ext cx="7012800" cy="333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96329-32E5-45D1-A44F-3528B41BEAB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8083C25-9322-4123-BA6A-1F002C5AC1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76472" y="0"/>
            <a:ext cx="4615528" cy="6858000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075">
                <a:moveTo>
                  <a:pt x="0" y="5143500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43500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100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9E27-7CDD-4911-B193-EF1903B1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19B5-91E3-4F4C-A589-6C6C950D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4400" y="1825625"/>
            <a:ext cx="5525400" cy="3851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53E6F-F562-4865-866C-DA32BD244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525400" cy="3851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F488-B9A6-4E2A-A2EC-51E6AAB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52901-F037-4335-90F2-449535D19421}" type="datetime1">
              <a:rPr lang="en-GB" smtClean="0"/>
              <a:t>23/09/2025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270F-0A31-4F75-86AC-E8F4F8DB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4246-1144-49DF-80C6-487F327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1422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9E27-7CDD-4911-B193-EF1903B1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19B5-91E3-4F4C-A589-6C6C950D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4400" y="1825625"/>
            <a:ext cx="5525400" cy="3851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F488-B9A6-4E2A-A2EC-51E6AAB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A0A7-EE55-43F8-B9FF-48474BF01C62}" type="datetime1">
              <a:rPr lang="en-GB" smtClean="0"/>
              <a:t>23/09/2025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270F-0A31-4F75-86AC-E8F4F8DB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4246-1144-49DF-80C6-487F327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24EC5BB-E888-4D27-BEC1-966A6DA6EA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72800" y="1825625"/>
            <a:ext cx="5524800" cy="38512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62489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C913EE-2727-4AD5-A4F4-2BB171BD1452}"/>
              </a:ext>
            </a:extLst>
          </p:cNvPr>
          <p:cNvSpPr/>
          <p:nvPr userDrawn="1"/>
        </p:nvSpPr>
        <p:spPr>
          <a:xfrm>
            <a:off x="0" y="0"/>
            <a:ext cx="12192000" cy="56324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98CD2CEE-C7C6-454F-BABA-D3C681293B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4400" y="447565"/>
            <a:ext cx="11203200" cy="473745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0179F0-3632-4679-B6A5-46A0CB570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1A33-3FCE-4155-9EE2-6FE5EF3C5DC7}" type="datetime1">
              <a:rPr lang="en-GB" smtClean="0"/>
              <a:t>23/09/2025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D66F0-0409-41B5-8F0F-17515FC29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F6746-0473-414F-B00B-B98335701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5AB8804-944C-44FE-AC90-21977F1B78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5099" y="5797497"/>
            <a:ext cx="4191000" cy="9203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image caption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1107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666FB1-7EB8-48D4-BBC6-25C76E69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515F-EF3A-4544-A4C7-DB909F882D02}" type="datetime1">
              <a:rPr lang="en-GB" smtClean="0"/>
              <a:t>23/09/2025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8E062-8FFD-4BEA-9E4D-0665BABE6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FD1732-3E34-49BE-8B77-1A0F750E2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1DD2EA03-0958-4D81-9330-2608322C4F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689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full bleed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52A7153-D257-4B24-9EEA-C9A3F1D1EE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5099" y="5797497"/>
            <a:ext cx="4191000" cy="9203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image caption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95078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4244F-AB7D-4A1B-B659-7C45DEE6D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21212D-E935-40DA-A8C3-8B44174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22975-2842-4F46-9E3A-BD83A4AB70A7}" type="datetime1">
              <a:rPr lang="en-GB" smtClean="0"/>
              <a:t>23/09/2025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684AF7-63FF-4F17-8CEC-05F9D0F11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3E4AC-67E3-4249-9DF5-A4C70E5F1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7355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926B6-9036-4126-AE1F-8A37EA53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FE109-D549-48E1-9AC0-88A28FCC05A2}" type="datetime1">
              <a:rPr lang="en-GB" smtClean="0"/>
              <a:t>23/09/2025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9A293D-86F4-467C-A6B2-024611FA1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59A11-3108-4192-81AD-C415E0542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5193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5D7C9C-6921-26E3-9076-D44AA915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861" y="567160"/>
            <a:ext cx="11308466" cy="8711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B19D5-2E03-66B5-8F26-73AB29E36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861" y="1553029"/>
            <a:ext cx="11308466" cy="4623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Rettangolo 1">
            <a:extLst>
              <a:ext uri="{FF2B5EF4-FFF2-40B4-BE49-F238E27FC236}">
                <a16:creationId xmlns:a16="http://schemas.microsoft.com/office/drawing/2014/main" id="{FA6752A4-732E-B5CC-7204-CAA34B034D41}"/>
              </a:ext>
            </a:extLst>
          </p:cNvPr>
          <p:cNvSpPr/>
          <p:nvPr userDrawn="1"/>
        </p:nvSpPr>
        <p:spPr>
          <a:xfrm>
            <a:off x="0" y="6564313"/>
            <a:ext cx="11829327" cy="29368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/>
          <a:lstStyle/>
          <a:p>
            <a:pPr algn="r">
              <a:defRPr/>
            </a:pPr>
            <a:r>
              <a:rPr lang="it-IT" sz="1200" dirty="0" err="1">
                <a:solidFill>
                  <a:srgbClr val="595959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francesca.pianosi@bristol.ac.uk</a:t>
            </a:r>
            <a:endParaRPr lang="it-IT" sz="1200" dirty="0">
              <a:solidFill>
                <a:srgbClr val="595959"/>
              </a:solidFill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algn="r">
              <a:defRPr/>
            </a:pPr>
            <a:endParaRPr lang="en-GB" sz="1200" dirty="0">
              <a:solidFill>
                <a:srgbClr val="595959"/>
              </a:solidFill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15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7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7C7EFF-4B85-47B4-9AEE-BAC2AEA4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400" y="365125"/>
            <a:ext cx="11203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E355A-FC37-40C1-881B-11D9A87A1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4400" y="1825626"/>
            <a:ext cx="11203200" cy="3859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C79F3-7BFD-4B2B-9937-D0CB01C01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4400" y="58147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D2579E-D2B3-420A-972D-0CF396453095}" type="datetime1">
              <a:rPr lang="en-GB" smtClean="0"/>
              <a:pPr/>
              <a:t>23/09/2025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0D257-02C6-4B88-B728-A31860AD3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54400" y="58147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1B7CE-A778-4036-BB74-3EFF1FE74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62169" y="6362235"/>
            <a:ext cx="72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3958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0" kern="1200">
          <a:solidFill>
            <a:schemeClr val="tx1"/>
          </a:solidFill>
          <a:latin typeface="Rockwell" panose="02060603020205020403" pitchFamily="18" charset="77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SzPct val="85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SzPct val="85000"/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BFEE07C-5639-ED5C-232D-4C44CBE3CF26}"/>
              </a:ext>
            </a:extLst>
          </p:cNvPr>
          <p:cNvSpPr/>
          <p:nvPr/>
        </p:nvSpPr>
        <p:spPr>
          <a:xfrm>
            <a:off x="0" y="0"/>
            <a:ext cx="12192000" cy="6238411"/>
          </a:xfrm>
          <a:prstGeom prst="rect">
            <a:avLst/>
          </a:prstGeom>
          <a:solidFill>
            <a:srgbClr val="FFFB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map of a city&#10;&#10;AI-generated content may be incorrect.">
            <a:extLst>
              <a:ext uri="{FF2B5EF4-FFF2-40B4-BE49-F238E27FC236}">
                <a16:creationId xmlns:a16="http://schemas.microsoft.com/office/drawing/2014/main" id="{3187734D-225E-8700-89A3-B0698342A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004" y="2242805"/>
            <a:ext cx="6023517" cy="397821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BF9B2E-2C36-A783-DD2C-24CB0FE64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609" y="556831"/>
            <a:ext cx="10734261" cy="2146374"/>
          </a:xfrm>
        </p:spPr>
        <p:txBody>
          <a:bodyPr>
            <a:noAutofit/>
          </a:bodyPr>
          <a:lstStyle/>
          <a:p>
            <a:pPr algn="l"/>
            <a:r>
              <a:rPr lang="en-GB" sz="3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Modelling Advisory Group (MAG)</a:t>
            </a:r>
            <a:br>
              <a:rPr lang="en-GB" sz="3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4000" b="1" dirty="0"/>
              <a:t>Hydrological Uncertainty Workshop</a:t>
            </a:r>
            <a:br>
              <a:rPr lang="en-GB" sz="4000" b="1" dirty="0"/>
            </a:br>
            <a:r>
              <a:rPr lang="en-GB" sz="3000" b="1" dirty="0"/>
              <a:t>Global Sensitivity Analysis using the SAFE toolbox</a:t>
            </a:r>
            <a:br>
              <a:rPr lang="en-GB" sz="3000" b="1" dirty="0"/>
            </a:br>
            <a:r>
              <a:rPr lang="en-GB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23 September 2025</a:t>
            </a:r>
            <a:endParaRPr lang="en-GB" sz="2000" b="1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E2C2C78-6888-939F-65FD-EC3CD1B66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2609" y="3260035"/>
            <a:ext cx="10431377" cy="2263244"/>
          </a:xfrm>
        </p:spPr>
        <p:txBody>
          <a:bodyPr>
            <a:noAutofit/>
          </a:bodyPr>
          <a:lstStyle/>
          <a:p>
            <a:pPr algn="l"/>
            <a:r>
              <a:rPr lang="en-GB" sz="18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Francesca Pianosi</a:t>
            </a:r>
            <a:br>
              <a:rPr lang="en-GB" sz="18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8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University of Bristol</a:t>
            </a:r>
            <a:br>
              <a:rPr lang="en-GB" sz="1800" i="0" dirty="0"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GB" sz="1800" i="0" dirty="0">
              <a:effectLst/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GB" sz="1800" dirty="0"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GB" sz="1800" i="0" dirty="0">
              <a:effectLst/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GB" sz="1800" i="0" dirty="0">
              <a:effectLst/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GB" sz="1800" i="0" dirty="0">
              <a:effectLst/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GB" sz="1400" dirty="0"/>
              <a:t>Access to software, papers, example: </a:t>
            </a:r>
            <a:r>
              <a:rPr lang="en-GB" sz="1400" dirty="0">
                <a:solidFill>
                  <a:schemeClr val="accent5">
                    <a:lumMod val="75000"/>
                  </a:schemeClr>
                </a:solidFill>
              </a:rPr>
              <a:t>https://safetoolbox.github.io/</a:t>
            </a:r>
          </a:p>
          <a:p>
            <a:pPr algn="l"/>
            <a:endParaRPr lang="en-GB" sz="1800" i="0" dirty="0">
              <a:effectLst/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GB" sz="1800" dirty="0"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GB" sz="1800" i="0" dirty="0">
              <a:effectLst/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GB" sz="1400" i="0" dirty="0">
              <a:effectLst/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6F0210-5E74-2BE6-8D6D-771280F39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73" y="6334754"/>
            <a:ext cx="1337831" cy="386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A blue and white logo&#10;&#10;Description automatically generated">
            <a:extLst>
              <a:ext uri="{FF2B5EF4-FFF2-40B4-BE49-F238E27FC236}">
                <a16:creationId xmlns:a16="http://schemas.microsoft.com/office/drawing/2014/main" id="{D5B7DAB6-64B0-08E6-53C2-F8E18550BF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1804" y="6238411"/>
            <a:ext cx="1838330" cy="52857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A76972D-2E18-7689-D7C8-F38DBE820212}"/>
              </a:ext>
            </a:extLst>
          </p:cNvPr>
          <p:cNvSpPr txBox="1"/>
          <p:nvPr/>
        </p:nvSpPr>
        <p:spPr>
          <a:xfrm>
            <a:off x="3960134" y="6323785"/>
            <a:ext cx="807284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200" dirty="0"/>
              <a:t>Pianosi is funded under the DAFNI Centre of Excellence for Resilient Infrastructure Analysis </a:t>
            </a:r>
            <a:br>
              <a:rPr lang="en-US" sz="1200" dirty="0"/>
            </a:br>
            <a:r>
              <a:rPr lang="en-US" sz="1200" dirty="0"/>
              <a:t>within the UKRI Building a Secure and Resilient World program, with grant number ST/Y003713/1</a:t>
            </a:r>
          </a:p>
        </p:txBody>
      </p:sp>
    </p:spTree>
    <p:extLst>
      <p:ext uri="{BB962C8B-B14F-4D97-AF65-F5344CB8AC3E}">
        <p14:creationId xmlns:p14="http://schemas.microsoft.com/office/powerpoint/2010/main" val="1607221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27FF8-260F-510F-6F37-AB76FB11E62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How to run a </a:t>
            </a:r>
            <a:r>
              <a:rPr lang="en-US" dirty="0" err="1"/>
              <a:t>Jupyter</a:t>
            </a:r>
            <a:r>
              <a:rPr lang="en-US" dirty="0"/>
              <a:t> Notebooks from browser (no need to install anything on your computer!)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71878-381F-47CC-EAF2-158B1BC09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Overview:</a:t>
            </a:r>
          </a:p>
          <a:p>
            <a:endParaRPr lang="en-US" dirty="0"/>
          </a:p>
          <a:p>
            <a:r>
              <a:rPr lang="en-US" dirty="0"/>
              <a:t>1. Download all the required files (</a:t>
            </a:r>
            <a:r>
              <a:rPr lang="en-US" dirty="0" err="1"/>
              <a:t>Jupyter</a:t>
            </a:r>
            <a:r>
              <a:rPr lang="en-US" dirty="0"/>
              <a:t> Notebook + data files + python code files) to your computer from:</a:t>
            </a:r>
          </a:p>
          <a:p>
            <a:r>
              <a:rPr lang="en-US" dirty="0">
                <a:solidFill>
                  <a:srgbClr val="0070C0"/>
                </a:solidFill>
              </a:rPr>
              <a:t>https://</a:t>
            </a:r>
            <a:r>
              <a:rPr lang="en-US" dirty="0" err="1">
                <a:solidFill>
                  <a:srgbClr val="0070C0"/>
                </a:solidFill>
              </a:rPr>
              <a:t>github.com</a:t>
            </a:r>
            <a:r>
              <a:rPr lang="en-US" dirty="0">
                <a:solidFill>
                  <a:srgbClr val="0070C0"/>
                </a:solidFill>
              </a:rPr>
              <a:t>/</a:t>
            </a:r>
            <a:r>
              <a:rPr lang="en-US" dirty="0" err="1">
                <a:solidFill>
                  <a:srgbClr val="0070C0"/>
                </a:solidFill>
              </a:rPr>
              <a:t>FrancescaPianosi</a:t>
            </a:r>
            <a:r>
              <a:rPr lang="en-US" dirty="0">
                <a:solidFill>
                  <a:srgbClr val="0070C0"/>
                </a:solidFill>
              </a:rPr>
              <a:t>/</a:t>
            </a:r>
            <a:r>
              <a:rPr lang="en-US" dirty="0" err="1">
                <a:solidFill>
                  <a:srgbClr val="0070C0"/>
                </a:solidFill>
              </a:rPr>
              <a:t>GSAtraining</a:t>
            </a:r>
            <a:r>
              <a:rPr lang="en-US" dirty="0">
                <a:solidFill>
                  <a:srgbClr val="0070C0"/>
                </a:solidFill>
              </a:rPr>
              <a:t>/ 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2. Upload and run the </a:t>
            </a:r>
            <a:r>
              <a:rPr lang="en-US" dirty="0" err="1"/>
              <a:t>Jupyter</a:t>
            </a:r>
            <a:r>
              <a:rPr lang="en-US" dirty="0"/>
              <a:t> Notebook in your browser through the page:</a:t>
            </a:r>
          </a:p>
          <a:p>
            <a:r>
              <a:rPr lang="en-US" dirty="0">
                <a:solidFill>
                  <a:srgbClr val="0070C0"/>
                </a:solidFill>
              </a:rPr>
              <a:t>https://</a:t>
            </a:r>
            <a:r>
              <a:rPr lang="en-US" dirty="0" err="1">
                <a:solidFill>
                  <a:srgbClr val="0070C0"/>
                </a:solidFill>
              </a:rPr>
              <a:t>colab.research.google.com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(Google </a:t>
            </a:r>
            <a:r>
              <a:rPr lang="en-US" dirty="0" err="1"/>
              <a:t>Colab</a:t>
            </a:r>
            <a:r>
              <a:rPr lang="en-US" dirty="0"/>
              <a:t> - if you have a Google account)</a:t>
            </a:r>
          </a:p>
          <a:p>
            <a:r>
              <a:rPr lang="en-US" dirty="0">
                <a:solidFill>
                  <a:srgbClr val="0070C0"/>
                </a:solidFill>
              </a:rPr>
              <a:t>https://</a:t>
            </a:r>
            <a:r>
              <a:rPr lang="en-US" dirty="0" err="1">
                <a:solidFill>
                  <a:srgbClr val="0070C0"/>
                </a:solidFill>
              </a:rPr>
              <a:t>safetoolbox.github.io</a:t>
            </a:r>
            <a:r>
              <a:rPr lang="en-US" dirty="0">
                <a:solidFill>
                  <a:srgbClr val="0070C0"/>
                </a:solidFill>
              </a:rPr>
              <a:t>/demos/lab/</a:t>
            </a:r>
            <a:r>
              <a:rPr lang="en-US" dirty="0" err="1">
                <a:solidFill>
                  <a:srgbClr val="0070C0"/>
                </a:solidFill>
              </a:rPr>
              <a:t>index.html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(</a:t>
            </a:r>
            <a:r>
              <a:rPr lang="en-US" dirty="0" err="1"/>
              <a:t>Jupyterlite</a:t>
            </a:r>
            <a:r>
              <a:rPr lang="en-US" dirty="0"/>
              <a:t> - if you do not have a Google account)</a:t>
            </a:r>
          </a:p>
          <a:p>
            <a:endParaRPr lang="en-US" dirty="0"/>
          </a:p>
          <a:p>
            <a:r>
              <a:rPr lang="en-US" dirty="0"/>
              <a:t>We will use the </a:t>
            </a:r>
            <a:r>
              <a:rPr lang="en-US" dirty="0" err="1"/>
              <a:t>Jupyter</a:t>
            </a:r>
            <a:r>
              <a:rPr lang="en-US" dirty="0"/>
              <a:t> Notebook called </a:t>
            </a:r>
            <a:r>
              <a:rPr lang="en-US" i="1" dirty="0"/>
              <a:t>GR6J_GSA_Notebook.ipynb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but if the interactive visualization is too slow or gets stuck, use </a:t>
            </a:r>
            <a:r>
              <a:rPr lang="en-US" i="1" dirty="0"/>
              <a:t>GR6J_GSA_Notebook_static.ipynb </a:t>
            </a:r>
            <a:r>
              <a:rPr lang="en-US" dirty="0"/>
              <a:t>instead</a:t>
            </a:r>
            <a:br>
              <a:rPr lang="en-US" dirty="0"/>
            </a:br>
            <a:r>
              <a:rPr lang="en-US" dirty="0"/>
              <a:t>(this is more likely to happen if you are using the </a:t>
            </a:r>
            <a:r>
              <a:rPr lang="en-US" dirty="0" err="1"/>
              <a:t>Jupyterlite</a:t>
            </a:r>
            <a:r>
              <a:rPr lang="en-US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994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D12EB-5B68-4A2D-6088-C27C0482F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9A772-3BA9-ED70-BD2A-F0DF805F5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861" y="3975652"/>
            <a:ext cx="11308466" cy="503582"/>
          </a:xfrm>
        </p:spPr>
        <p:txBody>
          <a:bodyPr/>
          <a:lstStyle/>
          <a:p>
            <a:r>
              <a:rPr lang="en-US" dirty="0"/>
              <a:t>Detailed instructions to download the required files</a:t>
            </a:r>
          </a:p>
        </p:txBody>
      </p:sp>
    </p:spTree>
    <p:extLst>
      <p:ext uri="{BB962C8B-B14F-4D97-AF65-F5344CB8AC3E}">
        <p14:creationId xmlns:p14="http://schemas.microsoft.com/office/powerpoint/2010/main" val="4183887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CAD3B-5D0B-F164-5587-37D4F7B19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BAB86-6947-EC84-CA82-A2743ECBC5E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1. Download all the required files to your computer</a:t>
            </a:r>
            <a:br>
              <a:rPr lang="en-US" dirty="0"/>
            </a:b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91D1B00-1717-50BA-52A6-2ED4E9270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to: </a:t>
            </a:r>
            <a:r>
              <a:rPr lang="en-US" dirty="0">
                <a:solidFill>
                  <a:srgbClr val="0070C0"/>
                </a:solidFill>
              </a:rPr>
              <a:t>https://</a:t>
            </a:r>
            <a:r>
              <a:rPr lang="en-US" dirty="0" err="1">
                <a:solidFill>
                  <a:srgbClr val="0070C0"/>
                </a:solidFill>
              </a:rPr>
              <a:t>github.com</a:t>
            </a:r>
            <a:r>
              <a:rPr lang="en-US" dirty="0">
                <a:solidFill>
                  <a:srgbClr val="0070C0"/>
                </a:solidFill>
              </a:rPr>
              <a:t>/</a:t>
            </a:r>
            <a:r>
              <a:rPr lang="en-US" dirty="0" err="1">
                <a:solidFill>
                  <a:srgbClr val="0070C0"/>
                </a:solidFill>
              </a:rPr>
              <a:t>FrancescaPianosi</a:t>
            </a:r>
            <a:r>
              <a:rPr lang="en-US" dirty="0">
                <a:solidFill>
                  <a:srgbClr val="0070C0"/>
                </a:solidFill>
              </a:rPr>
              <a:t>/</a:t>
            </a:r>
            <a:r>
              <a:rPr lang="en-US" dirty="0" err="1">
                <a:solidFill>
                  <a:srgbClr val="0070C0"/>
                </a:solidFill>
              </a:rPr>
              <a:t>GSAtraining</a:t>
            </a:r>
            <a:r>
              <a:rPr lang="en-US" dirty="0">
                <a:solidFill>
                  <a:srgbClr val="0070C0"/>
                </a:solidFill>
              </a:rPr>
              <a:t>/ </a:t>
            </a:r>
          </a:p>
          <a:p>
            <a:r>
              <a:rPr lang="en-US" dirty="0"/>
              <a:t>Click on </a:t>
            </a:r>
            <a:br>
              <a:rPr lang="en-US" dirty="0"/>
            </a:br>
            <a:r>
              <a:rPr lang="en-US" dirty="0"/>
              <a:t>	&lt; &gt; Code</a:t>
            </a:r>
            <a:br>
              <a:rPr lang="en-US" dirty="0"/>
            </a:br>
            <a:r>
              <a:rPr lang="en-US" dirty="0"/>
              <a:t>	Download ZIP</a:t>
            </a:r>
          </a:p>
          <a:p>
            <a:r>
              <a:rPr lang="en-US" dirty="0"/>
              <a:t>Unzip the folder on your computer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1871EA-4073-A1C4-2B04-16D037285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599" y="2242703"/>
            <a:ext cx="7772400" cy="324458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BF98826-81DA-A8FB-5930-1C0182490365}"/>
              </a:ext>
            </a:extLst>
          </p:cNvPr>
          <p:cNvSpPr/>
          <p:nvPr/>
        </p:nvSpPr>
        <p:spPr>
          <a:xfrm>
            <a:off x="9064487" y="3294305"/>
            <a:ext cx="613912" cy="3060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316BBE5-D7D8-B46C-9856-972FEAABEA01}"/>
              </a:ext>
            </a:extLst>
          </p:cNvPr>
          <p:cNvSpPr/>
          <p:nvPr/>
        </p:nvSpPr>
        <p:spPr>
          <a:xfrm>
            <a:off x="9742178" y="3255514"/>
            <a:ext cx="357719" cy="34484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EA6F0B-16E8-9D87-CFAE-835F3EF6D06B}"/>
              </a:ext>
            </a:extLst>
          </p:cNvPr>
          <p:cNvSpPr/>
          <p:nvPr/>
        </p:nvSpPr>
        <p:spPr>
          <a:xfrm>
            <a:off x="7760909" y="4725540"/>
            <a:ext cx="1184307" cy="2440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05738C3-DE40-9D8E-DBA6-B56574D4C755}"/>
              </a:ext>
            </a:extLst>
          </p:cNvPr>
          <p:cNvSpPr/>
          <p:nvPr/>
        </p:nvSpPr>
        <p:spPr>
          <a:xfrm>
            <a:off x="7219377" y="4797142"/>
            <a:ext cx="357719" cy="34484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68139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14029-0FDD-637D-9D6F-EF2AB73EF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861" y="3975652"/>
            <a:ext cx="11308466" cy="503582"/>
          </a:xfrm>
        </p:spPr>
        <p:txBody>
          <a:bodyPr/>
          <a:lstStyle/>
          <a:p>
            <a:r>
              <a:rPr lang="en-US" dirty="0"/>
              <a:t>Detailed instructions if you are using Google </a:t>
            </a:r>
            <a:r>
              <a:rPr lang="en-US" dirty="0" err="1"/>
              <a:t>Colab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864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4EE00-97FE-86FE-6FFF-9BA064944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2. Upload the </a:t>
            </a:r>
            <a:r>
              <a:rPr lang="en-US" dirty="0" err="1"/>
              <a:t>Jupyter</a:t>
            </a:r>
            <a:r>
              <a:rPr lang="en-US" dirty="0"/>
              <a:t> Notebook in your browser using Google </a:t>
            </a:r>
            <a:r>
              <a:rPr lang="en-US" dirty="0" err="1"/>
              <a:t>Colab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2B16A-FC9C-1132-6DD9-CD6E00DDE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to: </a:t>
            </a:r>
            <a:r>
              <a:rPr lang="en-US" dirty="0">
                <a:solidFill>
                  <a:srgbClr val="0070C0"/>
                </a:solidFill>
              </a:rPr>
              <a:t>https://</a:t>
            </a:r>
            <a:r>
              <a:rPr lang="en-US" dirty="0" err="1">
                <a:solidFill>
                  <a:srgbClr val="0070C0"/>
                </a:solidFill>
              </a:rPr>
              <a:t>colab.research.google.com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A pop-up window should automatically open</a:t>
            </a:r>
          </a:p>
          <a:p>
            <a:r>
              <a:rPr lang="en-US" dirty="0"/>
              <a:t>Choose “Upload”</a:t>
            </a:r>
          </a:p>
          <a:p>
            <a:r>
              <a:rPr lang="en-US" dirty="0"/>
              <a:t>Find the </a:t>
            </a:r>
            <a:r>
              <a:rPr lang="en-GB" i="1" dirty="0"/>
              <a:t>GR6J_GSA_Notebook.ipynb </a:t>
            </a:r>
            <a:br>
              <a:rPr lang="en-GB" i="1" dirty="0"/>
            </a:br>
            <a:r>
              <a:rPr lang="en-GB" dirty="0"/>
              <a:t>file on your computer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13C1717-C4F0-0DE0-473A-4FD366CD7E15}"/>
              </a:ext>
            </a:extLst>
          </p:cNvPr>
          <p:cNvGrpSpPr/>
          <p:nvPr/>
        </p:nvGrpSpPr>
        <p:grpSpPr>
          <a:xfrm>
            <a:off x="5062330" y="2234065"/>
            <a:ext cx="7129670" cy="4623935"/>
            <a:chOff x="4419600" y="1364644"/>
            <a:chExt cx="7772400" cy="5493356"/>
          </a:xfrm>
        </p:grpSpPr>
        <p:pic>
          <p:nvPicPr>
            <p:cNvPr id="10" name="Picture 9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E70350B2-6AF8-93C2-D866-6C3E17A3C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19600" y="1364644"/>
              <a:ext cx="7772400" cy="5493356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D06DFBC-732B-993C-C0B4-CF7E8EBE82C0}"/>
                </a:ext>
              </a:extLst>
            </p:cNvPr>
            <p:cNvSpPr/>
            <p:nvPr/>
          </p:nvSpPr>
          <p:spPr>
            <a:xfrm>
              <a:off x="7254014" y="4526778"/>
              <a:ext cx="1051786" cy="45863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67981EC-9B4A-33AE-3A97-A03AC0DA7F46}"/>
                </a:ext>
              </a:extLst>
            </p:cNvPr>
            <p:cNvSpPr/>
            <p:nvPr/>
          </p:nvSpPr>
          <p:spPr>
            <a:xfrm>
              <a:off x="9790043" y="4526778"/>
              <a:ext cx="613912" cy="45863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937006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B31BA-271F-7196-0D6B-F844F605E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Upload the </a:t>
            </a:r>
            <a:r>
              <a:rPr lang="en-US" dirty="0" err="1"/>
              <a:t>Jupyter</a:t>
            </a:r>
            <a:r>
              <a:rPr lang="en-US" dirty="0"/>
              <a:t> Notebook in your browser using Google </a:t>
            </a:r>
            <a:r>
              <a:rPr lang="en-US" dirty="0" err="1"/>
              <a:t>Colab</a:t>
            </a:r>
            <a:r>
              <a:rPr lang="en-US" dirty="0"/>
              <a:t> - </a:t>
            </a:r>
            <a:r>
              <a:rPr lang="en-US" i="1" dirty="0"/>
              <a:t>Troubleshooting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9F70B-C172-1519-353E-D5D360670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upload pop-up window does not open automatically open, go to:</a:t>
            </a:r>
          </a:p>
          <a:p>
            <a:r>
              <a:rPr lang="en-US" dirty="0"/>
              <a:t>	File </a:t>
            </a:r>
          </a:p>
          <a:p>
            <a:r>
              <a:rPr lang="en-US" dirty="0"/>
              <a:t>	Open notebook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67207E-2623-5408-00AD-608B84F0E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39" b="21120"/>
          <a:stretch>
            <a:fillRect/>
          </a:stretch>
        </p:blipFill>
        <p:spPr>
          <a:xfrm>
            <a:off x="4419600" y="2056361"/>
            <a:ext cx="7772400" cy="373483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15D2787-DD70-20BB-0EC1-E4A7CC8A338B}"/>
              </a:ext>
            </a:extLst>
          </p:cNvPr>
          <p:cNvSpPr/>
          <p:nvPr/>
        </p:nvSpPr>
        <p:spPr>
          <a:xfrm>
            <a:off x="4726163" y="2478157"/>
            <a:ext cx="296411" cy="2385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42B6F4-CDEB-0C85-DF35-EC50027E02C8}"/>
              </a:ext>
            </a:extLst>
          </p:cNvPr>
          <p:cNvSpPr/>
          <p:nvPr/>
        </p:nvSpPr>
        <p:spPr>
          <a:xfrm>
            <a:off x="4715618" y="2876152"/>
            <a:ext cx="2109252" cy="2623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4898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7B8BF0-A350-80A3-3992-C4152FC70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21" y="1130715"/>
            <a:ext cx="11149942" cy="57484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63725E-5FB9-7AC4-7FC5-25EA8CBB0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Upload other required files (</a:t>
            </a:r>
            <a:r>
              <a:rPr lang="en-US" i="1" dirty="0"/>
              <a:t>.csv </a:t>
            </a:r>
            <a:r>
              <a:rPr lang="en-US" dirty="0"/>
              <a:t>data file and two </a:t>
            </a:r>
            <a:r>
              <a:rPr lang="en-US" i="1" dirty="0"/>
              <a:t>.</a:t>
            </a:r>
            <a:r>
              <a:rPr lang="en-US" i="1" dirty="0" err="1"/>
              <a:t>py</a:t>
            </a:r>
            <a:r>
              <a:rPr lang="en-US" i="1" dirty="0"/>
              <a:t> </a:t>
            </a:r>
            <a:r>
              <a:rPr lang="en-US" dirty="0"/>
              <a:t>code files)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D55137-CC5D-1D75-EF8B-12B29564E147}"/>
              </a:ext>
            </a:extLst>
          </p:cNvPr>
          <p:cNvSpPr/>
          <p:nvPr/>
        </p:nvSpPr>
        <p:spPr>
          <a:xfrm>
            <a:off x="737257" y="3540917"/>
            <a:ext cx="327216" cy="2637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84E134-3877-799A-731F-C70C02D13D97}"/>
              </a:ext>
            </a:extLst>
          </p:cNvPr>
          <p:cNvSpPr/>
          <p:nvPr/>
        </p:nvSpPr>
        <p:spPr>
          <a:xfrm>
            <a:off x="1180940" y="2398546"/>
            <a:ext cx="327216" cy="2637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8A40DD-93DA-F3EA-9D21-F1E6594ED0B5}"/>
              </a:ext>
            </a:extLst>
          </p:cNvPr>
          <p:cNvSpPr/>
          <p:nvPr/>
        </p:nvSpPr>
        <p:spPr>
          <a:xfrm>
            <a:off x="4372333" y="3267508"/>
            <a:ext cx="5116217" cy="12341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486D64-8774-22AD-38AB-D066F0E0EFB6}"/>
              </a:ext>
            </a:extLst>
          </p:cNvPr>
          <p:cNvSpPr/>
          <p:nvPr/>
        </p:nvSpPr>
        <p:spPr>
          <a:xfrm>
            <a:off x="9421688" y="5851018"/>
            <a:ext cx="754261" cy="2637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E6E22BD-0CD6-34B1-2EC3-B8DB4C94FC26}"/>
              </a:ext>
            </a:extLst>
          </p:cNvPr>
          <p:cNvSpPr/>
          <p:nvPr/>
        </p:nvSpPr>
        <p:spPr>
          <a:xfrm>
            <a:off x="1128252" y="3502126"/>
            <a:ext cx="357719" cy="34484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435C9F0-C9F7-B98F-B8EA-56A12CD7AEF0}"/>
              </a:ext>
            </a:extLst>
          </p:cNvPr>
          <p:cNvSpPr/>
          <p:nvPr/>
        </p:nvSpPr>
        <p:spPr>
          <a:xfrm>
            <a:off x="763180" y="2350427"/>
            <a:ext cx="357719" cy="34484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CF958B0-968E-C86C-6296-683BE13D4062}"/>
              </a:ext>
            </a:extLst>
          </p:cNvPr>
          <p:cNvSpPr/>
          <p:nvPr/>
        </p:nvSpPr>
        <p:spPr>
          <a:xfrm>
            <a:off x="3973368" y="3267508"/>
            <a:ext cx="357719" cy="34484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8AA8FE-8CEA-E192-1FF5-10CE2B3DE552}"/>
              </a:ext>
            </a:extLst>
          </p:cNvPr>
          <p:cNvSpPr/>
          <p:nvPr/>
        </p:nvSpPr>
        <p:spPr>
          <a:xfrm>
            <a:off x="5046106" y="2696072"/>
            <a:ext cx="2603863" cy="1925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3F8266E-7700-581F-FC8D-93E2A1D1B814}"/>
              </a:ext>
            </a:extLst>
          </p:cNvPr>
          <p:cNvSpPr/>
          <p:nvPr/>
        </p:nvSpPr>
        <p:spPr>
          <a:xfrm>
            <a:off x="8932490" y="5839031"/>
            <a:ext cx="357719" cy="34484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C959C2-7C88-176A-D884-E374B4E9EE59}"/>
              </a:ext>
            </a:extLst>
          </p:cNvPr>
          <p:cNvSpPr txBox="1"/>
          <p:nvPr/>
        </p:nvSpPr>
        <p:spPr>
          <a:xfrm>
            <a:off x="1180940" y="4380873"/>
            <a:ext cx="2229506" cy="566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It takes a few seconds to show the Files page.</a:t>
            </a:r>
          </a:p>
        </p:txBody>
      </p:sp>
    </p:spTree>
    <p:extLst>
      <p:ext uri="{BB962C8B-B14F-4D97-AF65-F5344CB8AC3E}">
        <p14:creationId xmlns:p14="http://schemas.microsoft.com/office/powerpoint/2010/main" val="3639646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43D4E2-2648-C041-7BB9-11C367721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9814"/>
            <a:ext cx="12192000" cy="52561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236AF9-77B3-0541-3D1D-4312FC941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Ignore the warning message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05DAF0-1609-15D6-A65D-C63CD9F7CC4C}"/>
              </a:ext>
            </a:extLst>
          </p:cNvPr>
          <p:cNvSpPr/>
          <p:nvPr/>
        </p:nvSpPr>
        <p:spPr>
          <a:xfrm>
            <a:off x="7434072" y="4352544"/>
            <a:ext cx="359664" cy="3006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74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9CC1B-805B-C294-73AA-23743E9F4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Check that all the required files have been uploaded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C2ECBC-1E67-7CBB-1B61-7F03E3EEB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971" y="1771690"/>
            <a:ext cx="7877029" cy="508631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BBE1649-FDD9-B3FD-00E6-E06BEF5CA947}"/>
              </a:ext>
            </a:extLst>
          </p:cNvPr>
          <p:cNvSpPr/>
          <p:nvPr/>
        </p:nvSpPr>
        <p:spPr>
          <a:xfrm>
            <a:off x="4680548" y="3566561"/>
            <a:ext cx="1925485" cy="6443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2831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9B882F5-27D4-2B0F-D944-ABB70364B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971" y="1771690"/>
            <a:ext cx="7877029" cy="50863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079DFD-754F-D302-37C4-40828F96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Run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AA01A-7586-7C0B-4CA3-60E26C565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860" y="1553029"/>
            <a:ext cx="3375280" cy="5086310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Jupyter</a:t>
            </a:r>
            <a:r>
              <a:rPr lang="en-US" dirty="0"/>
              <a:t> Notebook includes cells of executable code and cells of text with explanations of what is going on</a:t>
            </a:r>
          </a:p>
          <a:p>
            <a:endParaRPr lang="en-US" dirty="0"/>
          </a:p>
          <a:p>
            <a:r>
              <a:rPr lang="en-US" dirty="0"/>
              <a:t>The cells of code can be executed one at the time by clicking on the “run” icon.</a:t>
            </a:r>
          </a:p>
          <a:p>
            <a:endParaRPr lang="en-US" dirty="0"/>
          </a:p>
          <a:p>
            <a:r>
              <a:rPr lang="en-US" dirty="0"/>
              <a:t>If the code has been executed correctly, a green tick will appear. </a:t>
            </a:r>
            <a:br>
              <a:rPr lang="en-US" dirty="0"/>
            </a:br>
            <a:r>
              <a:rPr lang="en-US" dirty="0"/>
              <a:t>If the execution produces any plot or numerical results, they will appear under the cell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1E6454-565F-CAE8-9E02-711FB96C544C}"/>
              </a:ext>
            </a:extLst>
          </p:cNvPr>
          <p:cNvSpPr/>
          <p:nvPr/>
        </p:nvSpPr>
        <p:spPr>
          <a:xfrm>
            <a:off x="7130250" y="3059330"/>
            <a:ext cx="319957" cy="2934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336F32-7B8D-99DD-6E3A-DA3EE78746F4}"/>
              </a:ext>
            </a:extLst>
          </p:cNvPr>
          <p:cNvSpPr/>
          <p:nvPr/>
        </p:nvSpPr>
        <p:spPr>
          <a:xfrm>
            <a:off x="6723243" y="3166309"/>
            <a:ext cx="319957" cy="2626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06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CA31EE1-1154-BF8F-505D-D84E5739B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795" y="2553872"/>
            <a:ext cx="5087060" cy="31817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83C861-186B-1182-7870-5F36CC804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Run the code - </a:t>
            </a:r>
            <a:r>
              <a:rPr lang="en-US" i="1" dirty="0"/>
              <a:t>Troubleshooting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7D243-1E87-98ED-0C4C-71A5DB3D6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Normally all commands should run in less than a minute</a:t>
            </a:r>
          </a:p>
          <a:p>
            <a:r>
              <a:rPr lang="en-GB" dirty="0"/>
              <a:t>If it takes longer than that, the system may be stuck and you may need to interrupt the execution and repeat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4A50EF-B3B7-35DB-36B2-8DC6FF8BE024}"/>
              </a:ext>
            </a:extLst>
          </p:cNvPr>
          <p:cNvSpPr/>
          <p:nvPr/>
        </p:nvSpPr>
        <p:spPr>
          <a:xfrm>
            <a:off x="7986555" y="3115652"/>
            <a:ext cx="265176" cy="3006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49322E-4E31-3C58-5846-BB9EF7B31CDC}"/>
              </a:ext>
            </a:extLst>
          </p:cNvPr>
          <p:cNvSpPr/>
          <p:nvPr/>
        </p:nvSpPr>
        <p:spPr>
          <a:xfrm>
            <a:off x="8119143" y="4144769"/>
            <a:ext cx="1133856" cy="3006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AF58E35-F186-ADF8-77E7-D841A1CD5E75}"/>
              </a:ext>
            </a:extLst>
          </p:cNvPr>
          <p:cNvSpPr/>
          <p:nvPr/>
        </p:nvSpPr>
        <p:spPr>
          <a:xfrm>
            <a:off x="8348343" y="3097364"/>
            <a:ext cx="393192" cy="393192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28DC6B8-2882-26F0-9F29-405865B57B42}"/>
              </a:ext>
            </a:extLst>
          </p:cNvPr>
          <p:cNvSpPr/>
          <p:nvPr/>
        </p:nvSpPr>
        <p:spPr>
          <a:xfrm>
            <a:off x="9368361" y="4098519"/>
            <a:ext cx="393192" cy="393192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02544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7BEED-A774-F837-1981-A6A4B6D75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39592-B6B6-0DA9-00C3-A08CB131C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861" y="3975652"/>
            <a:ext cx="11308466" cy="503582"/>
          </a:xfrm>
        </p:spPr>
        <p:txBody>
          <a:bodyPr/>
          <a:lstStyle/>
          <a:p>
            <a:r>
              <a:rPr lang="en-US" dirty="0"/>
              <a:t>Instructions if you are using </a:t>
            </a:r>
            <a:r>
              <a:rPr lang="en-US" dirty="0" err="1"/>
              <a:t>JupyterLite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106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5E4F5-6042-D9C5-9B76-ABB4522B0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Upload the </a:t>
            </a:r>
            <a:r>
              <a:rPr lang="en-US" dirty="0" err="1"/>
              <a:t>Jupyter</a:t>
            </a:r>
            <a:r>
              <a:rPr lang="en-US" dirty="0"/>
              <a:t> Notebook in your browser using Google </a:t>
            </a:r>
            <a:r>
              <a:rPr lang="en-US" dirty="0" err="1"/>
              <a:t>Colab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3F880-B5D3-5343-1191-2C798A0B4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to: </a:t>
            </a:r>
            <a:r>
              <a:rPr lang="en-US" dirty="0">
                <a:solidFill>
                  <a:srgbClr val="0070C0"/>
                </a:solidFill>
              </a:rPr>
              <a:t>https://</a:t>
            </a:r>
            <a:r>
              <a:rPr lang="en-US" dirty="0" err="1">
                <a:solidFill>
                  <a:srgbClr val="0070C0"/>
                </a:solidFill>
              </a:rPr>
              <a:t>safetoolbox.github.io</a:t>
            </a:r>
            <a:r>
              <a:rPr lang="en-US" dirty="0">
                <a:solidFill>
                  <a:srgbClr val="0070C0"/>
                </a:solidFill>
              </a:rPr>
              <a:t>/demos/lab/</a:t>
            </a:r>
            <a:r>
              <a:rPr lang="en-US" dirty="0" err="1">
                <a:solidFill>
                  <a:srgbClr val="0070C0"/>
                </a:solidFill>
              </a:rPr>
              <a:t>index.html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Click on the Upload Files icon on the top left</a:t>
            </a:r>
          </a:p>
          <a:p>
            <a:r>
              <a:rPr lang="en-US" dirty="0"/>
              <a:t>Find all the files needed on your computer (</a:t>
            </a:r>
            <a:r>
              <a:rPr lang="en-GB" i="1" dirty="0"/>
              <a:t>GR6J_GSA_Notebook.ipynb </a:t>
            </a:r>
            <a:r>
              <a:rPr lang="en-GB" dirty="0"/>
              <a:t>+ </a:t>
            </a:r>
            <a:r>
              <a:rPr lang="en-GB" i="1" dirty="0"/>
              <a:t>GR6J.py</a:t>
            </a:r>
            <a:r>
              <a:rPr lang="en-GB" dirty="0"/>
              <a:t> and </a:t>
            </a:r>
            <a:r>
              <a:rPr lang="en-GB" i="1" dirty="0" err="1"/>
              <a:t>PerfMetrics.py</a:t>
            </a:r>
            <a:r>
              <a:rPr lang="en-GB" i="1" dirty="0"/>
              <a:t> </a:t>
            </a:r>
            <a:r>
              <a:rPr lang="en-GB" dirty="0"/>
              <a:t>+</a:t>
            </a:r>
            <a:r>
              <a:rPr lang="en-GB" i="1" dirty="0"/>
              <a:t> .csv </a:t>
            </a:r>
            <a:r>
              <a:rPr lang="en-GB" dirty="0"/>
              <a:t>datafile)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1107E4F-C51F-E233-3E87-013D37DB3C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196" b="36330"/>
          <a:stretch>
            <a:fillRect/>
          </a:stretch>
        </p:blipFill>
        <p:spPr bwMode="auto">
          <a:xfrm>
            <a:off x="648877" y="2695703"/>
            <a:ext cx="7169426" cy="4162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A0B0C7CD-07D7-D902-8B02-83AA0956EA08}"/>
              </a:ext>
            </a:extLst>
          </p:cNvPr>
          <p:cNvSpPr/>
          <p:nvPr/>
        </p:nvSpPr>
        <p:spPr>
          <a:xfrm>
            <a:off x="1748524" y="3345693"/>
            <a:ext cx="322729" cy="30928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C992BB-0669-DF8C-BA8F-31AE2556D9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169" t="12398"/>
          <a:stretch>
            <a:fillRect/>
          </a:stretch>
        </p:blipFill>
        <p:spPr>
          <a:xfrm>
            <a:off x="6632265" y="3063038"/>
            <a:ext cx="5038874" cy="322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274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E9B41D-A3A8-9B47-B59F-34578EB0D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927" y="2560550"/>
            <a:ext cx="7772400" cy="37302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4AC5A4-9ED5-2469-712A-68EEB6A1E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Run the code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7557105-B50E-5B22-50B5-1CEB6AD86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861" y="1553029"/>
            <a:ext cx="3264755" cy="4623934"/>
          </a:xfrm>
        </p:spPr>
        <p:txBody>
          <a:bodyPr>
            <a:noAutofit/>
          </a:bodyPr>
          <a:lstStyle/>
          <a:p>
            <a:r>
              <a:rPr lang="en-US" dirty="0"/>
              <a:t>The </a:t>
            </a:r>
            <a:r>
              <a:rPr lang="en-US" dirty="0" err="1"/>
              <a:t>Jupyter</a:t>
            </a:r>
            <a:r>
              <a:rPr lang="en-US" dirty="0"/>
              <a:t> Notebook includes cells of executable code and cells of text with explanations of what is going on.</a:t>
            </a:r>
          </a:p>
          <a:p>
            <a:r>
              <a:rPr lang="en-US" dirty="0"/>
              <a:t>The cells of code can be executed one at the time by selecting the cell with the mouse and clicking the “run” icon at the top (or </a:t>
            </a:r>
            <a:r>
              <a:rPr lang="en-US" i="1" dirty="0" err="1"/>
              <a:t>shift+enter</a:t>
            </a:r>
            <a:r>
              <a:rPr lang="en-US" dirty="0"/>
              <a:t>).</a:t>
            </a:r>
          </a:p>
          <a:p>
            <a:r>
              <a:rPr lang="en-US" dirty="0"/>
              <a:t>While the code is running, an asterisk will appear in the brackets next to the cell code.</a:t>
            </a:r>
            <a:br>
              <a:rPr lang="en-US" dirty="0"/>
            </a:br>
            <a:r>
              <a:rPr lang="en-US" dirty="0"/>
              <a:t>If the code has been executed correctly, the asterisk will be replaced by a number.</a:t>
            </a:r>
            <a:br>
              <a:rPr lang="en-US" dirty="0"/>
            </a:br>
            <a:r>
              <a:rPr lang="en-US" dirty="0"/>
              <a:t>If the execution produces any plot or numerical results, they will appear under the cell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ADB6E7-6053-FBB5-239A-CC39F9B007D3}"/>
              </a:ext>
            </a:extLst>
          </p:cNvPr>
          <p:cNvSpPr/>
          <p:nvPr/>
        </p:nvSpPr>
        <p:spPr>
          <a:xfrm>
            <a:off x="6750176" y="3085444"/>
            <a:ext cx="200182" cy="3006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8A2CF0-F077-C9BC-6996-7C362F69EF60}"/>
              </a:ext>
            </a:extLst>
          </p:cNvPr>
          <p:cNvSpPr/>
          <p:nvPr/>
        </p:nvSpPr>
        <p:spPr>
          <a:xfrm>
            <a:off x="6153151" y="3981094"/>
            <a:ext cx="200182" cy="3006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351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DC922-DA14-619C-CFF9-CE75BF653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F8402-C739-8C9A-FB8D-FE8FC9091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Run the code - </a:t>
            </a:r>
            <a:r>
              <a:rPr lang="en-US" i="1" dirty="0"/>
              <a:t>Troubleshooting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D3A9D-D540-A995-B248-E3DC713FE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Normally all commands should run in less than a minute</a:t>
            </a:r>
          </a:p>
          <a:p>
            <a:r>
              <a:rPr lang="en-GB" dirty="0"/>
              <a:t>If it takes longer than that, the system may be stuck and you may need to interrupt the execution and repeat</a:t>
            </a: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2AFBAA-C880-7A36-DC64-2D7FE82C1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927" y="2560550"/>
            <a:ext cx="7772400" cy="37302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17C0CB5-7B8F-D65F-5910-21311F9E27DB}"/>
              </a:ext>
            </a:extLst>
          </p:cNvPr>
          <p:cNvSpPr/>
          <p:nvPr/>
        </p:nvSpPr>
        <p:spPr>
          <a:xfrm>
            <a:off x="6900711" y="3088110"/>
            <a:ext cx="200182" cy="3006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5118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University of Bristol (Main URL)">
  <a:themeElements>
    <a:clrScheme name="University of Bristol">
      <a:dk1>
        <a:sysClr val="windowText" lastClr="000000"/>
      </a:dk1>
      <a:lt1>
        <a:sysClr val="window" lastClr="FFFFFF"/>
      </a:lt1>
      <a:dk2>
        <a:srgbClr val="AB1F2D"/>
      </a:dk2>
      <a:lt2>
        <a:srgbClr val="E3E6E5"/>
      </a:lt2>
      <a:accent1>
        <a:srgbClr val="00C0B5"/>
      </a:accent1>
      <a:accent2>
        <a:srgbClr val="0CC6DE"/>
      </a:accent2>
      <a:accent3>
        <a:srgbClr val="EE7219"/>
      </a:accent3>
      <a:accent4>
        <a:srgbClr val="9278D1"/>
      </a:accent4>
      <a:accent5>
        <a:srgbClr val="E0249A"/>
      </a:accent5>
      <a:accent6>
        <a:srgbClr val="BED600"/>
      </a:accent6>
      <a:hlink>
        <a:srgbClr val="0563C1"/>
      </a:hlink>
      <a:folHlink>
        <a:srgbClr val="954F72"/>
      </a:folHlink>
    </a:clrScheme>
    <a:fontScheme name="University of Bristol">
      <a:majorFont>
        <a:latin typeface="Sanchez Regular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ED495A27-43CC-DC42-9E30-F5EBF7F3F31C}" vid="{8CE71D4D-2A1C-914B-8740-342EC046243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22198</TotalTime>
  <Words>926</Words>
  <Application>Microsoft Macintosh PowerPoint</Application>
  <PresentationFormat>Widescreen</PresentationFormat>
  <Paragraphs>81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Arial</vt:lpstr>
      <vt:lpstr>Calibri</vt:lpstr>
      <vt:lpstr>Courier New</vt:lpstr>
      <vt:lpstr>Rockwell</vt:lpstr>
      <vt:lpstr>Wingdings</vt:lpstr>
      <vt:lpstr>Office Theme</vt:lpstr>
      <vt:lpstr>University of Bristol (Main URL)</vt:lpstr>
      <vt:lpstr>Modelling Advisory Group (MAG) Hydrological Uncertainty Workshop Global Sensitivity Analysis using the SAFE toolbox 23 September 2025</vt:lpstr>
      <vt:lpstr>How to run a Jupyter Notebooks from browser (no need to install anything on your computer!)</vt:lpstr>
      <vt:lpstr>Detailed instructions to download the required files</vt:lpstr>
      <vt:lpstr>1. Download all the required files to your computer </vt:lpstr>
      <vt:lpstr>Detailed instructions if you are using Google Colab</vt:lpstr>
      <vt:lpstr>2. Upload the Jupyter Notebook in your browser using Google Colab</vt:lpstr>
      <vt:lpstr>2. Upload the Jupyter Notebook in your browser using Google Colab - Troubleshooting</vt:lpstr>
      <vt:lpstr>3. Upload other required files (.csv data file and two .py code files) </vt:lpstr>
      <vt:lpstr>4. Ignore the warning message</vt:lpstr>
      <vt:lpstr>5. Check that all the required files have been uploaded </vt:lpstr>
      <vt:lpstr>6. Run the code</vt:lpstr>
      <vt:lpstr>6. Run the code - Troubleshooting</vt:lpstr>
      <vt:lpstr>Instructions if you are using JupyterLite</vt:lpstr>
      <vt:lpstr>2. Upload the Jupyter Notebook in your browser using Google Colab</vt:lpstr>
      <vt:lpstr>3. Run the code</vt:lpstr>
      <vt:lpstr>3. Run the code - Troubleshooting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Linking the relative importance of input uncertainties of a flood risk model with basin characteristics</dc:title>
  <dc:creator>Francesca Pianosi</dc:creator>
  <cp:lastModifiedBy>Francesca Pianosi</cp:lastModifiedBy>
  <cp:revision>3</cp:revision>
  <dcterms:created xsi:type="dcterms:W3CDTF">2023-04-14T10:40:03Z</dcterms:created>
  <dcterms:modified xsi:type="dcterms:W3CDTF">2025-09-23T12:11:26Z</dcterms:modified>
</cp:coreProperties>
</file>